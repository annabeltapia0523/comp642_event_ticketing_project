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7E1A02-3682-429A-81D0-BD73AD121565}" v="1" dt="2026-09-22T00:00:11.9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9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pia, Annabel" userId="33ee712a-9595-49fc-b4e7-5b029abc55c2" providerId="ADAL" clId="{BC793F75-25DF-4F55-8A74-5DA347DDC98F}"/>
    <pc:docChg chg="undo redo custSel mod addSld delSld modSld addMainMaster delMainMaster modMainMaster modNotesMaster">
      <pc:chgData name="Tapia, Annabel" userId="33ee712a-9595-49fc-b4e7-5b029abc55c2" providerId="ADAL" clId="{BC793F75-25DF-4F55-8A74-5DA347DDC98F}" dt="2026-09-22T00:31:22.859" v="167" actId="20577"/>
      <pc:docMkLst>
        <pc:docMk/>
      </pc:docMkLst>
      <pc:sldChg chg="addSp delSp modSp add mod">
        <pc:chgData name="Tapia, Annabel" userId="33ee712a-9595-49fc-b4e7-5b029abc55c2" providerId="ADAL" clId="{BC793F75-25DF-4F55-8A74-5DA347DDC98F}" dt="2026-09-21T23:56:01.870" v="59" actId="1076"/>
        <pc:sldMkLst>
          <pc:docMk/>
          <pc:sldMk cId="3116130581" sldId="256"/>
        </pc:sldMkLst>
        <pc:spChg chg="del mod replId">
          <ac:chgData name="Tapia, Annabel" userId="33ee712a-9595-49fc-b4e7-5b029abc55c2" providerId="ADAL" clId="{BC793F75-25DF-4F55-8A74-5DA347DDC98F}" dt="2026-09-21T23:31:13.424" v="49" actId="26606"/>
          <ac:spMkLst>
            <pc:docMk/>
            <pc:sldMk cId="3116130581" sldId="256"/>
            <ac:spMk id="2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3116130581" sldId="256"/>
            <ac:spMk id="50" creationId="{00000000-0000-0000-0000-000000000000}"/>
          </ac:spMkLst>
        </pc:spChg>
        <pc:spChg chg="add del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3116130581" sldId="256"/>
            <ac:spMk id="51" creationId="{00000000-0000-0000-0000-000000000000}"/>
          </ac:spMkLst>
        </pc:spChg>
        <pc:spChg chg="del">
          <ac:chgData name="Tapia, Annabel" userId="33ee712a-9595-49fc-b4e7-5b029abc55c2" providerId="ADAL" clId="{BC793F75-25DF-4F55-8A74-5DA347DDC98F}" dt="2026-09-21T23:31:13.424" v="49" actId="26606"/>
          <ac:spMkLst>
            <pc:docMk/>
            <pc:sldMk cId="3116130581" sldId="256"/>
            <ac:spMk id="52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3116130581" sldId="256"/>
            <ac:spMk id="53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3116130581" sldId="256"/>
            <ac:spMk id="54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56:01.870" v="59" actId="1076"/>
          <ac:spMkLst>
            <pc:docMk/>
            <pc:sldMk cId="3116130581" sldId="256"/>
            <ac:spMk id="55" creationId="{00000000-0000-0000-0000-000000000000}"/>
          </ac:spMkLst>
        </pc:spChg>
        <pc:picChg chg="add del mod replId">
          <ac:chgData name="Tapia, Annabel" userId="33ee712a-9595-49fc-b4e7-5b029abc55c2" providerId="ADAL" clId="{BC793F75-25DF-4F55-8A74-5DA347DDC98F}" dt="2026-09-21T23:49:34.932" v="53" actId="26606"/>
          <ac:picMkLst>
            <pc:docMk/>
            <pc:sldMk cId="3116130581" sldId="256"/>
            <ac:picMk id="2" creationId="{00000000-0000-0000-0000-000000000000}"/>
          </ac:picMkLst>
        </pc:picChg>
        <pc:picChg chg="del mod replId">
          <ac:chgData name="Tapia, Annabel" userId="33ee712a-9595-49fc-b4e7-5b029abc55c2" providerId="ADAL" clId="{BC793F75-25DF-4F55-8A74-5DA347DDC98F}" dt="2026-09-21T23:31:13.424" v="49" actId="26606"/>
          <ac:picMkLst>
            <pc:docMk/>
            <pc:sldMk cId="3116130581" sldId="256"/>
            <ac:picMk id="3" creationId="{00000000-0000-0000-0000-000000000000}"/>
          </ac:picMkLst>
        </pc:picChg>
        <pc:picChg chg="add del">
          <ac:chgData name="Tapia, Annabel" userId="33ee712a-9595-49fc-b4e7-5b029abc55c2" providerId="ADAL" clId="{BC793F75-25DF-4F55-8A74-5DA347DDC98F}" dt="2026-09-21T23:49:34.932" v="53" actId="26606"/>
          <ac:picMkLst>
            <pc:docMk/>
            <pc:sldMk cId="3116130581" sldId="256"/>
            <ac:picMk id="52" creationId="{00000000-0000-0000-0000-000000000000}"/>
          </ac:picMkLst>
        </pc:picChg>
      </pc:sldChg>
      <pc:sldChg chg="modSp add mod">
        <pc:chgData name="Tapia, Annabel" userId="33ee712a-9595-49fc-b4e7-5b029abc55c2" providerId="ADAL" clId="{BC793F75-25DF-4F55-8A74-5DA347DDC98F}" dt="2026-09-21T23:49:34.932" v="53" actId="26606"/>
        <pc:sldMkLst>
          <pc:docMk/>
          <pc:sldMk cId="4139661115" sldId="257"/>
        </pc:sldMkLst>
        <pc:spChg chg="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4139661115" sldId="257"/>
            <ac:spMk id="51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4139661115" sldId="257"/>
            <ac:spMk id="53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4139661115" sldId="257"/>
            <ac:spMk id="70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4139661115" sldId="257"/>
            <ac:spMk id="75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4139661115" sldId="257"/>
            <ac:spMk id="81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4139661115" sldId="257"/>
            <ac:spMk id="85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4139661115" sldId="257"/>
            <ac:spMk id="90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4139661115" sldId="257"/>
            <ac:spMk id="92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4139661115" sldId="257"/>
            <ac:spMk id="93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4139661115" sldId="257"/>
            <ac:spMk id="98" creationId="{00000000-0000-0000-0000-000000000000}"/>
          </ac:spMkLst>
        </pc:spChg>
      </pc:sldChg>
      <pc:sldChg chg="modSp add mod">
        <pc:chgData name="Tapia, Annabel" userId="33ee712a-9595-49fc-b4e7-5b029abc55c2" providerId="ADAL" clId="{BC793F75-25DF-4F55-8A74-5DA347DDC98F}" dt="2026-09-21T23:49:34.932" v="53" actId="26606"/>
        <pc:sldMkLst>
          <pc:docMk/>
          <pc:sldMk cId="695415331" sldId="258"/>
        </pc:sldMkLst>
        <pc:spChg chg="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695415331" sldId="258"/>
            <ac:spMk id="51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695415331" sldId="258"/>
            <ac:spMk id="61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695415331" sldId="258"/>
            <ac:spMk id="62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695415331" sldId="258"/>
            <ac:spMk id="64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695415331" sldId="258"/>
            <ac:spMk id="65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695415331" sldId="258"/>
            <ac:spMk id="83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695415331" sldId="258"/>
            <ac:spMk id="84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695415331" sldId="258"/>
            <ac:spMk id="87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695415331" sldId="258"/>
            <ac:spMk id="88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695415331" sldId="258"/>
            <ac:spMk id="91" creationId="{00000000-0000-0000-0000-000000000000}"/>
          </ac:spMkLst>
        </pc:spChg>
      </pc:sldChg>
      <pc:sldChg chg="addSp delSp modSp add del mod">
        <pc:chgData name="Tapia, Annabel" userId="33ee712a-9595-49fc-b4e7-5b029abc55c2" providerId="ADAL" clId="{BC793F75-25DF-4F55-8A74-5DA347DDC98F}" dt="2026-09-21T23:54:11.503" v="57" actId="27636"/>
        <pc:sldMkLst>
          <pc:docMk/>
          <pc:sldMk cId="2982603212" sldId="259"/>
        </pc:sldMkLst>
        <pc:spChg chg="add del mod">
          <ac:chgData name="Tapia, Annabel" userId="33ee712a-9595-49fc-b4e7-5b029abc55c2" providerId="ADAL" clId="{BC793F75-25DF-4F55-8A74-5DA347DDC98F}" dt="2026-09-21T23:49:43.765" v="54" actId="26606"/>
          <ac:spMkLst>
            <pc:docMk/>
            <pc:sldMk cId="2982603212" sldId="259"/>
            <ac:spMk id="4" creationId="{00000000-0000-0000-0000-000000000000}"/>
          </ac:spMkLst>
        </pc:spChg>
        <pc:spChg chg="add del mod">
          <ac:chgData name="Tapia, Annabel" userId="33ee712a-9595-49fc-b4e7-5b029abc55c2" providerId="ADAL" clId="{BC793F75-25DF-4F55-8A74-5DA347DDC98F}" dt="2026-09-21T23:49:43.765" v="54" actId="26606"/>
          <ac:spMkLst>
            <pc:docMk/>
            <pc:sldMk cId="2982603212" sldId="259"/>
            <ac:spMk id="5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2982603212" sldId="259"/>
            <ac:spMk id="6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54:11.489" v="56" actId="26606"/>
          <ac:spMkLst>
            <pc:docMk/>
            <pc:sldMk cId="2982603212" sldId="259"/>
            <ac:spMk id="52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54:11.503" v="57" actId="27636"/>
          <ac:spMkLst>
            <pc:docMk/>
            <pc:sldMk cId="2982603212" sldId="259"/>
            <ac:spMk id="53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54:11.489" v="56" actId="26606"/>
          <ac:spMkLst>
            <pc:docMk/>
            <pc:sldMk cId="2982603212" sldId="259"/>
            <ac:spMk id="61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54:11.489" v="56" actId="26606"/>
          <ac:spMkLst>
            <pc:docMk/>
            <pc:sldMk cId="2982603212" sldId="259"/>
            <ac:spMk id="63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54:11.489" v="56" actId="26606"/>
          <ac:spMkLst>
            <pc:docMk/>
            <pc:sldMk cId="2982603212" sldId="259"/>
            <ac:spMk id="71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1T23:49:43.765" v="54" actId="26606"/>
          <ac:spMkLst>
            <pc:docMk/>
            <pc:sldMk cId="2982603212" sldId="259"/>
            <ac:spMk id="72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54:11.489" v="56" actId="26606"/>
          <ac:spMkLst>
            <pc:docMk/>
            <pc:sldMk cId="2982603212" sldId="259"/>
            <ac:spMk id="73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1T23:49:43.765" v="54" actId="26606"/>
          <ac:spMkLst>
            <pc:docMk/>
            <pc:sldMk cId="2982603212" sldId="259"/>
            <ac:spMk id="75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54:11.489" v="56" actId="26606"/>
          <ac:spMkLst>
            <pc:docMk/>
            <pc:sldMk cId="2982603212" sldId="259"/>
            <ac:spMk id="76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1T23:49:43.765" v="54" actId="26606"/>
          <ac:spMkLst>
            <pc:docMk/>
            <pc:sldMk cId="2982603212" sldId="259"/>
            <ac:spMk id="77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54:11.489" v="56" actId="26606"/>
          <ac:spMkLst>
            <pc:docMk/>
            <pc:sldMk cId="2982603212" sldId="259"/>
            <ac:spMk id="80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54:11.489" v="56" actId="26606"/>
          <ac:spMkLst>
            <pc:docMk/>
            <pc:sldMk cId="2982603212" sldId="259"/>
            <ac:spMk id="81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1T23:49:43.765" v="54" actId="26606"/>
          <ac:spMkLst>
            <pc:docMk/>
            <pc:sldMk cId="2982603212" sldId="259"/>
            <ac:spMk id="86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54:11.489" v="56" actId="26606"/>
          <ac:spMkLst>
            <pc:docMk/>
            <pc:sldMk cId="2982603212" sldId="259"/>
            <ac:spMk id="87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54:11.489" v="56" actId="26606"/>
          <ac:spMkLst>
            <pc:docMk/>
            <pc:sldMk cId="2982603212" sldId="259"/>
            <ac:spMk id="91" creationId="{00000000-0000-0000-0000-000000000000}"/>
          </ac:spMkLst>
        </pc:spChg>
      </pc:sldChg>
      <pc:sldChg chg="addSp delSp modSp add del mod">
        <pc:chgData name="Tapia, Annabel" userId="33ee712a-9595-49fc-b4e7-5b029abc55c2" providerId="ADAL" clId="{BC793F75-25DF-4F55-8A74-5DA347DDC98F}" dt="2026-09-22T00:00:59.471" v="121" actId="20577"/>
        <pc:sldMkLst>
          <pc:docMk/>
          <pc:sldMk cId="3320171789" sldId="260"/>
        </pc:sldMkLst>
        <pc:spChg chg="del">
          <ac:chgData name="Tapia, Annabel" userId="33ee712a-9595-49fc-b4e7-5b029abc55c2" providerId="ADAL" clId="{BC793F75-25DF-4F55-8A74-5DA347DDC98F}" dt="2026-09-21T23:59:32.603" v="64" actId="26606"/>
          <ac:spMkLst>
            <pc:docMk/>
            <pc:sldMk cId="3320171789" sldId="260"/>
            <ac:spMk id="2" creationId="{624F15F1-1A9F-EE7B-5D1C-2A4B4720F7F4}"/>
          </ac:spMkLst>
        </pc:spChg>
        <pc:spChg chg="add 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3320171789" sldId="260"/>
            <ac:spMk id="4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3320171789" sldId="260"/>
            <ac:spMk id="5" creationId="{00000000-0000-0000-0000-000000000000}"/>
          </ac:spMkLst>
        </pc:spChg>
        <pc:spChg chg="add del mod">
          <ac:chgData name="Tapia, Annabel" userId="33ee712a-9595-49fc-b4e7-5b029abc55c2" providerId="ADAL" clId="{BC793F75-25DF-4F55-8A74-5DA347DDC98F}" dt="2026-09-21T23:59:32.603" v="64" actId="26606"/>
          <ac:spMkLst>
            <pc:docMk/>
            <pc:sldMk cId="3320171789" sldId="260"/>
            <ac:spMk id="6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1T23:59:32.603" v="64" actId="26606"/>
          <ac:spMkLst>
            <pc:docMk/>
            <pc:sldMk cId="3320171789" sldId="260"/>
            <ac:spMk id="52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59:32.623" v="66" actId="27636"/>
          <ac:spMkLst>
            <pc:docMk/>
            <pc:sldMk cId="3320171789" sldId="260"/>
            <ac:spMk id="53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1T23:59:32.603" v="64" actId="26606"/>
          <ac:spMkLst>
            <pc:docMk/>
            <pc:sldMk cId="3320171789" sldId="260"/>
            <ac:spMk id="60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1T23:59:32.603" v="64" actId="26606"/>
          <ac:spMkLst>
            <pc:docMk/>
            <pc:sldMk cId="3320171789" sldId="260"/>
            <ac:spMk id="61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2T00:00:35.745" v="104" actId="20577"/>
          <ac:spMkLst>
            <pc:docMk/>
            <pc:sldMk cId="3320171789" sldId="260"/>
            <ac:spMk id="62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1T23:59:32.603" v="64" actId="26606"/>
          <ac:spMkLst>
            <pc:docMk/>
            <pc:sldMk cId="3320171789" sldId="260"/>
            <ac:spMk id="63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2T00:00:59.471" v="121" actId="20577"/>
          <ac:spMkLst>
            <pc:docMk/>
            <pc:sldMk cId="3320171789" sldId="260"/>
            <ac:spMk id="65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59:32.622" v="65" actId="27636"/>
          <ac:spMkLst>
            <pc:docMk/>
            <pc:sldMk cId="3320171789" sldId="260"/>
            <ac:spMk id="68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59:32.627" v="71" actId="27636"/>
          <ac:spMkLst>
            <pc:docMk/>
            <pc:sldMk cId="3320171789" sldId="260"/>
            <ac:spMk id="69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59:32.626" v="70" actId="27636"/>
          <ac:spMkLst>
            <pc:docMk/>
            <pc:sldMk cId="3320171789" sldId="260"/>
            <ac:spMk id="72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59:32.624" v="67" actId="27636"/>
          <ac:spMkLst>
            <pc:docMk/>
            <pc:sldMk cId="3320171789" sldId="260"/>
            <ac:spMk id="73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59:32.625" v="68" actId="27636"/>
          <ac:spMkLst>
            <pc:docMk/>
            <pc:sldMk cId="3320171789" sldId="260"/>
            <ac:spMk id="76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59:32.626" v="69" actId="27636"/>
          <ac:spMkLst>
            <pc:docMk/>
            <pc:sldMk cId="3320171789" sldId="260"/>
            <ac:spMk id="77" creationId="{00000000-0000-0000-0000-000000000000}"/>
          </ac:spMkLst>
        </pc:spChg>
      </pc:sldChg>
      <pc:sldChg chg="addSp delSp modSp add del mod">
        <pc:chgData name="Tapia, Annabel" userId="33ee712a-9595-49fc-b4e7-5b029abc55c2" providerId="ADAL" clId="{BC793F75-25DF-4F55-8A74-5DA347DDC98F}" dt="2026-09-22T00:00:33.765" v="103" actId="27636"/>
        <pc:sldMkLst>
          <pc:docMk/>
          <pc:sldMk cId="1486293499" sldId="261"/>
        </pc:sldMkLst>
        <pc:spChg chg="add 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1486293499" sldId="261"/>
            <ac:spMk id="10" creationId="{00000000-0000-0000-0000-000000000000}"/>
          </ac:spMkLst>
        </pc:spChg>
        <pc:spChg chg="add del mod">
          <ac:chgData name="Tapia, Annabel" userId="33ee712a-9595-49fc-b4e7-5b029abc55c2" providerId="ADAL" clId="{BC793F75-25DF-4F55-8A74-5DA347DDC98F}" dt="2026-09-22T00:00:33.743" v="97" actId="26606"/>
          <ac:spMkLst>
            <pc:docMk/>
            <pc:sldMk cId="1486293499" sldId="261"/>
            <ac:spMk id="11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1486293499" sldId="261"/>
            <ac:spMk id="12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2T00:00:33.763" v="101" actId="27636"/>
          <ac:spMkLst>
            <pc:docMk/>
            <pc:sldMk cId="1486293499" sldId="261"/>
            <ac:spMk id="53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0:33.743" v="97" actId="26606"/>
          <ac:spMkLst>
            <pc:docMk/>
            <pc:sldMk cId="1486293499" sldId="261"/>
            <ac:spMk id="60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0:33.743" v="97" actId="26606"/>
          <ac:spMkLst>
            <pc:docMk/>
            <pc:sldMk cId="1486293499" sldId="261"/>
            <ac:spMk id="61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2T00:00:33.760" v="99" actId="27636"/>
          <ac:spMkLst>
            <pc:docMk/>
            <pc:sldMk cId="1486293499" sldId="261"/>
            <ac:spMk id="63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2T00:00:33.762" v="100" actId="27636"/>
          <ac:spMkLst>
            <pc:docMk/>
            <pc:sldMk cId="1486293499" sldId="261"/>
            <ac:spMk id="70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0:33.743" v="97" actId="26606"/>
          <ac:spMkLst>
            <pc:docMk/>
            <pc:sldMk cId="1486293499" sldId="261"/>
            <ac:spMk id="71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0:33.743" v="97" actId="26606"/>
          <ac:spMkLst>
            <pc:docMk/>
            <pc:sldMk cId="1486293499" sldId="261"/>
            <ac:spMk id="73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0:33.743" v="97" actId="26606"/>
          <ac:spMkLst>
            <pc:docMk/>
            <pc:sldMk cId="1486293499" sldId="261"/>
            <ac:spMk id="74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0:33.743" v="97" actId="26606"/>
          <ac:spMkLst>
            <pc:docMk/>
            <pc:sldMk cId="1486293499" sldId="261"/>
            <ac:spMk id="76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2T00:00:33.759" v="98" actId="27636"/>
          <ac:spMkLst>
            <pc:docMk/>
            <pc:sldMk cId="1486293499" sldId="261"/>
            <ac:spMk id="77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2T00:00:33.765" v="103" actId="27636"/>
          <ac:spMkLst>
            <pc:docMk/>
            <pc:sldMk cId="1486293499" sldId="261"/>
            <ac:spMk id="80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2T00:00:33.764" v="102" actId="27636"/>
          <ac:spMkLst>
            <pc:docMk/>
            <pc:sldMk cId="1486293499" sldId="261"/>
            <ac:spMk id="84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0:33.743" v="97" actId="26606"/>
          <ac:spMkLst>
            <pc:docMk/>
            <pc:sldMk cId="1486293499" sldId="261"/>
            <ac:spMk id="85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0:33.743" v="97" actId="26606"/>
          <ac:spMkLst>
            <pc:docMk/>
            <pc:sldMk cId="1486293499" sldId="261"/>
            <ac:spMk id="90" creationId="{00000000-0000-0000-0000-000000000000}"/>
          </ac:spMkLst>
        </pc:spChg>
      </pc:sldChg>
      <pc:sldChg chg="addSp delSp modSp add del mod">
        <pc:chgData name="Tapia, Annabel" userId="33ee712a-9595-49fc-b4e7-5b029abc55c2" providerId="ADAL" clId="{BC793F75-25DF-4F55-8A74-5DA347DDC98F}" dt="2026-09-22T00:02:38.326" v="123" actId="27636"/>
        <pc:sldMkLst>
          <pc:docMk/>
          <pc:sldMk cId="2386541868" sldId="262"/>
        </pc:sldMkLst>
        <pc:spChg chg="del">
          <ac:chgData name="Tapia, Annabel" userId="33ee712a-9595-49fc-b4e7-5b029abc55c2" providerId="ADAL" clId="{BC793F75-25DF-4F55-8A74-5DA347DDC98F}" dt="2026-09-22T00:02:38.304" v="122" actId="26606"/>
          <ac:spMkLst>
            <pc:docMk/>
            <pc:sldMk cId="2386541868" sldId="262"/>
            <ac:spMk id="3" creationId="{B06DFFC5-A759-1A56-BAE4-CE24FF98D56A}"/>
          </ac:spMkLst>
        </pc:spChg>
        <pc:spChg chg="add 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2386541868" sldId="262"/>
            <ac:spMk id="4" creationId="{00000000-0000-0000-0000-000000000000}"/>
          </ac:spMkLst>
        </pc:spChg>
        <pc:spChg chg="add del mod">
          <ac:chgData name="Tapia, Annabel" userId="33ee712a-9595-49fc-b4e7-5b029abc55c2" providerId="ADAL" clId="{BC793F75-25DF-4F55-8A74-5DA347DDC98F}" dt="2026-09-22T00:02:38.304" v="122" actId="26606"/>
          <ac:spMkLst>
            <pc:docMk/>
            <pc:sldMk cId="2386541868" sldId="262"/>
            <ac:spMk id="5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2386541868" sldId="262"/>
            <ac:spMk id="6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2T00:02:38.326" v="123" actId="27636"/>
          <ac:spMkLst>
            <pc:docMk/>
            <pc:sldMk cId="2386541868" sldId="262"/>
            <ac:spMk id="53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2:38.304" v="122" actId="26606"/>
          <ac:spMkLst>
            <pc:docMk/>
            <pc:sldMk cId="2386541868" sldId="262"/>
            <ac:spMk id="69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2:38.304" v="122" actId="26606"/>
          <ac:spMkLst>
            <pc:docMk/>
            <pc:sldMk cId="2386541868" sldId="262"/>
            <ac:spMk id="72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2:38.304" v="122" actId="26606"/>
          <ac:spMkLst>
            <pc:docMk/>
            <pc:sldMk cId="2386541868" sldId="262"/>
            <ac:spMk id="74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2:38.304" v="122" actId="26606"/>
          <ac:spMkLst>
            <pc:docMk/>
            <pc:sldMk cId="2386541868" sldId="262"/>
            <ac:spMk id="75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2:38.304" v="122" actId="26606"/>
          <ac:spMkLst>
            <pc:docMk/>
            <pc:sldMk cId="2386541868" sldId="262"/>
            <ac:spMk id="78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2:38.304" v="122" actId="26606"/>
          <ac:spMkLst>
            <pc:docMk/>
            <pc:sldMk cId="2386541868" sldId="262"/>
            <ac:spMk id="84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2:38.304" v="122" actId="26606"/>
          <ac:spMkLst>
            <pc:docMk/>
            <pc:sldMk cId="2386541868" sldId="262"/>
            <ac:spMk id="92" creationId="{00000000-0000-0000-0000-000000000000}"/>
          </ac:spMkLst>
        </pc:spChg>
      </pc:sldChg>
      <pc:sldChg chg="addSp delSp modSp add del mod">
        <pc:chgData name="Tapia, Annabel" userId="33ee712a-9595-49fc-b4e7-5b029abc55c2" providerId="ADAL" clId="{BC793F75-25DF-4F55-8A74-5DA347DDC98F}" dt="2026-09-22T00:03:49.583" v="125" actId="27636"/>
        <pc:sldMkLst>
          <pc:docMk/>
          <pc:sldMk cId="3234483169" sldId="263"/>
        </pc:sldMkLst>
        <pc:spChg chg="del">
          <ac:chgData name="Tapia, Annabel" userId="33ee712a-9595-49fc-b4e7-5b029abc55c2" providerId="ADAL" clId="{BC793F75-25DF-4F55-8A74-5DA347DDC98F}" dt="2026-09-22T00:03:49.564" v="124" actId="26606"/>
          <ac:spMkLst>
            <pc:docMk/>
            <pc:sldMk cId="3234483169" sldId="263"/>
            <ac:spMk id="2" creationId="{564FEDDF-310E-DB85-01A8-92DBDBA27E8F}"/>
          </ac:spMkLst>
        </pc:spChg>
        <pc:spChg chg="del">
          <ac:chgData name="Tapia, Annabel" userId="33ee712a-9595-49fc-b4e7-5b029abc55c2" providerId="ADAL" clId="{BC793F75-25DF-4F55-8A74-5DA347DDC98F}" dt="2026-09-22T00:03:49.564" v="124" actId="26606"/>
          <ac:spMkLst>
            <pc:docMk/>
            <pc:sldMk cId="3234483169" sldId="263"/>
            <ac:spMk id="3" creationId="{1BA6705D-8FF1-7751-2F33-6CEEE02DA965}"/>
          </ac:spMkLst>
        </pc:spChg>
        <pc:spChg chg="add 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3234483169" sldId="263"/>
            <ac:spMk id="4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3234483169" sldId="263"/>
            <ac:spMk id="5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3234483169" sldId="263"/>
            <ac:spMk id="6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3:49.564" v="124" actId="26606"/>
          <ac:spMkLst>
            <pc:docMk/>
            <pc:sldMk cId="3234483169" sldId="263"/>
            <ac:spMk id="50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2T00:03:49.583" v="125" actId="27636"/>
          <ac:spMkLst>
            <pc:docMk/>
            <pc:sldMk cId="3234483169" sldId="263"/>
            <ac:spMk id="53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3:49.564" v="124" actId="26606"/>
          <ac:spMkLst>
            <pc:docMk/>
            <pc:sldMk cId="3234483169" sldId="263"/>
            <ac:spMk id="62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3:49.564" v="124" actId="26606"/>
          <ac:spMkLst>
            <pc:docMk/>
            <pc:sldMk cId="3234483169" sldId="263"/>
            <ac:spMk id="63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3:49.564" v="124" actId="26606"/>
          <ac:spMkLst>
            <pc:docMk/>
            <pc:sldMk cId="3234483169" sldId="263"/>
            <ac:spMk id="66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3:49.564" v="124" actId="26606"/>
          <ac:spMkLst>
            <pc:docMk/>
            <pc:sldMk cId="3234483169" sldId="263"/>
            <ac:spMk id="68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3:49.564" v="124" actId="26606"/>
          <ac:spMkLst>
            <pc:docMk/>
            <pc:sldMk cId="3234483169" sldId="263"/>
            <ac:spMk id="73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3:49.564" v="124" actId="26606"/>
          <ac:spMkLst>
            <pc:docMk/>
            <pc:sldMk cId="3234483169" sldId="263"/>
            <ac:spMk id="78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3:49.564" v="124" actId="26606"/>
          <ac:spMkLst>
            <pc:docMk/>
            <pc:sldMk cId="3234483169" sldId="263"/>
            <ac:spMk id="82" creationId="{00000000-0000-0000-0000-000000000000}"/>
          </ac:spMkLst>
        </pc:spChg>
      </pc:sldChg>
      <pc:sldChg chg="addSp delSp modSp add del mod">
        <pc:chgData name="Tapia, Annabel" userId="33ee712a-9595-49fc-b4e7-5b029abc55c2" providerId="ADAL" clId="{BC793F75-25DF-4F55-8A74-5DA347DDC98F}" dt="2026-09-22T00:06:19.548" v="127" actId="27636"/>
        <pc:sldMkLst>
          <pc:docMk/>
          <pc:sldMk cId="1492783429" sldId="264"/>
        </pc:sldMkLst>
        <pc:spChg chg="del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1492783429" sldId="264"/>
            <ac:spMk id="3" creationId="{38505263-627C-43D3-5D73-519C4D47BCC3}"/>
          </ac:spMkLst>
        </pc:spChg>
        <pc:spChg chg="add 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1492783429" sldId="264"/>
            <ac:spMk id="4" creationId="{00000000-0000-0000-0000-000000000000}"/>
          </ac:spMkLst>
        </pc:spChg>
        <pc:spChg chg="add del mo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1492783429" sldId="264"/>
            <ac:spMk id="5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1492783429" sldId="264"/>
            <ac:spMk id="6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2T00:06:19.548" v="127" actId="27636"/>
          <ac:spMkLst>
            <pc:docMk/>
            <pc:sldMk cId="1492783429" sldId="264"/>
            <ac:spMk id="63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1492783429" sldId="264"/>
            <ac:spMk id="68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1492783429" sldId="264"/>
            <ac:spMk id="74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1492783429" sldId="264"/>
            <ac:spMk id="76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1492783429" sldId="264"/>
            <ac:spMk id="78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1492783429" sldId="264"/>
            <ac:spMk id="81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1492783429" sldId="264"/>
            <ac:spMk id="82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1492783429" sldId="264"/>
            <ac:spMk id="90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1492783429" sldId="264"/>
            <ac:spMk id="96" creationId="{00000000-0000-0000-0000-000000000000}"/>
          </ac:spMkLst>
        </pc:spChg>
      </pc:sldChg>
      <pc:sldChg chg="addSp delSp modSp add del mod">
        <pc:chgData name="Tapia, Annabel" userId="33ee712a-9595-49fc-b4e7-5b029abc55c2" providerId="ADAL" clId="{BC793F75-25DF-4F55-8A74-5DA347DDC98F}" dt="2026-09-22T00:06:19.554" v="128" actId="27636"/>
        <pc:sldMkLst>
          <pc:docMk/>
          <pc:sldMk cId="2223163233" sldId="265"/>
        </pc:sldMkLst>
        <pc:spChg chg="del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2223163233" sldId="265"/>
            <ac:spMk id="3" creationId="{F71FAA91-AFE1-50DF-B2F4-7856D132653E}"/>
          </ac:spMkLst>
        </pc:spChg>
        <pc:spChg chg="add 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2223163233" sldId="265"/>
            <ac:spMk id="4" creationId="{00000000-0000-0000-0000-000000000000}"/>
          </ac:spMkLst>
        </pc:spChg>
        <pc:spChg chg="add del mo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2223163233" sldId="265"/>
            <ac:spMk id="5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2223163233" sldId="265"/>
            <ac:spMk id="6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2T00:06:19.554" v="128" actId="27636"/>
          <ac:spMkLst>
            <pc:docMk/>
            <pc:sldMk cId="2223163233" sldId="265"/>
            <ac:spMk id="63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2223163233" sldId="265"/>
            <ac:spMk id="65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2223163233" sldId="265"/>
            <ac:spMk id="68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2223163233" sldId="265"/>
            <ac:spMk id="69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2223163233" sldId="265"/>
            <ac:spMk id="72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2223163233" sldId="265"/>
            <ac:spMk id="75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2223163233" sldId="265"/>
            <ac:spMk id="78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2223163233" sldId="265"/>
            <ac:spMk id="81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2223163233" sldId="265"/>
            <ac:spMk id="85" creationId="{00000000-0000-0000-0000-000000000000}"/>
          </ac:spMkLst>
        </pc:spChg>
      </pc:sldChg>
      <pc:sldChg chg="addSp delSp modSp add del mod">
        <pc:chgData name="Tapia, Annabel" userId="33ee712a-9595-49fc-b4e7-5b029abc55c2" providerId="ADAL" clId="{BC793F75-25DF-4F55-8A74-5DA347DDC98F}" dt="2026-09-22T00:06:19.561" v="129" actId="27636"/>
        <pc:sldMkLst>
          <pc:docMk/>
          <pc:sldMk cId="1354987648" sldId="266"/>
        </pc:sldMkLst>
        <pc:spChg chg="del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1354987648" sldId="266"/>
            <ac:spMk id="2" creationId="{9D3823AC-78BA-9985-AF3E-C772A00D41AA}"/>
          </ac:spMkLst>
        </pc:spChg>
        <pc:spChg chg="add 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1354987648" sldId="266"/>
            <ac:spMk id="4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1354987648" sldId="266"/>
            <ac:spMk id="5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1354987648" sldId="266"/>
            <ac:spMk id="6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1354987648" sldId="266"/>
            <ac:spMk id="60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2T00:06:19.561" v="129" actId="27636"/>
          <ac:spMkLst>
            <pc:docMk/>
            <pc:sldMk cId="1354987648" sldId="266"/>
            <ac:spMk id="63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1354987648" sldId="266"/>
            <ac:spMk id="70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1354987648" sldId="266"/>
            <ac:spMk id="72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1354987648" sldId="266"/>
            <ac:spMk id="73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1354987648" sldId="266"/>
            <ac:spMk id="74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1354987648" sldId="266"/>
            <ac:spMk id="75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1354987648" sldId="266"/>
            <ac:spMk id="76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1354987648" sldId="266"/>
            <ac:spMk id="79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1354987648" sldId="266"/>
            <ac:spMk id="81" creationId="{00000000-0000-0000-0000-000000000000}"/>
          </ac:spMkLst>
        </pc:spChg>
      </pc:sldChg>
      <pc:sldChg chg="addSp delSp modSp add del mod">
        <pc:chgData name="Tapia, Annabel" userId="33ee712a-9595-49fc-b4e7-5b029abc55c2" providerId="ADAL" clId="{BC793F75-25DF-4F55-8A74-5DA347DDC98F}" dt="2026-09-22T00:31:22.859" v="167" actId="20577"/>
        <pc:sldMkLst>
          <pc:docMk/>
          <pc:sldMk cId="2157161508" sldId="267"/>
        </pc:sldMkLst>
        <pc:spChg chg="del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2157161508" sldId="267"/>
            <ac:spMk id="3" creationId="{12A07B7C-D8DD-CB64-379F-F406E877459D}"/>
          </ac:spMkLst>
        </pc:spChg>
        <pc:spChg chg="add 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2157161508" sldId="267"/>
            <ac:spMk id="4" creationId="{00000000-0000-0000-0000-000000000000}"/>
          </ac:spMkLst>
        </pc:spChg>
        <pc:spChg chg="add del mo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2157161508" sldId="267"/>
            <ac:spMk id="5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2157161508" sldId="267"/>
            <ac:spMk id="6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2157161508" sldId="267"/>
            <ac:spMk id="62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2T00:06:19.566" v="132" actId="27636"/>
          <ac:spMkLst>
            <pc:docMk/>
            <pc:sldMk cId="2157161508" sldId="267"/>
            <ac:spMk id="63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2157161508" sldId="267"/>
            <ac:spMk id="64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2T00:30:55.771" v="154" actId="20577"/>
          <ac:spMkLst>
            <pc:docMk/>
            <pc:sldMk cId="2157161508" sldId="267"/>
            <ac:spMk id="66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2157161508" sldId="267"/>
            <ac:spMk id="68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2T00:31:22.859" v="167" actId="20577"/>
          <ac:spMkLst>
            <pc:docMk/>
            <pc:sldMk cId="2157161508" sldId="267"/>
            <ac:spMk id="69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2157161508" sldId="267"/>
            <ac:spMk id="70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2T00:06:19.524" v="126" actId="26606"/>
          <ac:spMkLst>
            <pc:docMk/>
            <pc:sldMk cId="2157161508" sldId="267"/>
            <ac:spMk id="71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2T00:06:19.565" v="131" actId="27636"/>
          <ac:spMkLst>
            <pc:docMk/>
            <pc:sldMk cId="2157161508" sldId="267"/>
            <ac:spMk id="72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2T00:06:19.567" v="135" actId="27636"/>
          <ac:spMkLst>
            <pc:docMk/>
            <pc:sldMk cId="2157161508" sldId="267"/>
            <ac:spMk id="73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2T00:06:19.566" v="133" actId="27636"/>
          <ac:spMkLst>
            <pc:docMk/>
            <pc:sldMk cId="2157161508" sldId="267"/>
            <ac:spMk id="76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2T00:06:19.568" v="136" actId="27636"/>
          <ac:spMkLst>
            <pc:docMk/>
            <pc:sldMk cId="2157161508" sldId="267"/>
            <ac:spMk id="77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2T00:06:19.567" v="134" actId="27636"/>
          <ac:spMkLst>
            <pc:docMk/>
            <pc:sldMk cId="2157161508" sldId="267"/>
            <ac:spMk id="80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2T00:06:19.564" v="130" actId="27636"/>
          <ac:spMkLst>
            <pc:docMk/>
            <pc:sldMk cId="2157161508" sldId="267"/>
            <ac:spMk id="81" creationId="{00000000-0000-0000-0000-000000000000}"/>
          </ac:spMkLst>
        </pc:spChg>
      </pc:sldChg>
      <pc:sldChg chg="addSp delSp modSp add del mod">
        <pc:chgData name="Tapia, Annabel" userId="33ee712a-9595-49fc-b4e7-5b029abc55c2" providerId="ADAL" clId="{BC793F75-25DF-4F55-8A74-5DA347DDC98F}" dt="2026-09-22T00:30:23.208" v="141" actId="478"/>
        <pc:sldMkLst>
          <pc:docMk/>
          <pc:sldMk cId="263734931" sldId="268"/>
        </pc:sldMkLst>
        <pc:spChg chg="del">
          <ac:chgData name="Tapia, Annabel" userId="33ee712a-9595-49fc-b4e7-5b029abc55c2" providerId="ADAL" clId="{BC793F75-25DF-4F55-8A74-5DA347DDC98F}" dt="2026-09-22T00:07:38.704" v="137" actId="26606"/>
          <ac:spMkLst>
            <pc:docMk/>
            <pc:sldMk cId="263734931" sldId="268"/>
            <ac:spMk id="2" creationId="{34AD247B-0280-EF1F-A35C-3D80ACF03D64}"/>
          </ac:spMkLst>
        </pc:spChg>
        <pc:spChg chg="del">
          <ac:chgData name="Tapia, Annabel" userId="33ee712a-9595-49fc-b4e7-5b029abc55c2" providerId="ADAL" clId="{BC793F75-25DF-4F55-8A74-5DA347DDC98F}" dt="2026-09-22T00:07:38.704" v="137" actId="26606"/>
          <ac:spMkLst>
            <pc:docMk/>
            <pc:sldMk cId="263734931" sldId="268"/>
            <ac:spMk id="3" creationId="{39E929B0-3946-7EA4-445E-C95F848C4EBC}"/>
          </ac:spMkLst>
        </pc:spChg>
        <pc:spChg chg="add 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263734931" sldId="268"/>
            <ac:spMk id="4" creationId="{00000000-0000-0000-0000-000000000000}"/>
          </ac:spMkLst>
        </pc:spChg>
        <pc:spChg chg="add del mod">
          <ac:chgData name="Tapia, Annabel" userId="33ee712a-9595-49fc-b4e7-5b029abc55c2" providerId="ADAL" clId="{BC793F75-25DF-4F55-8A74-5DA347DDC98F}" dt="2026-09-22T00:07:38.704" v="137" actId="26606"/>
          <ac:spMkLst>
            <pc:docMk/>
            <pc:sldMk cId="263734931" sldId="268"/>
            <ac:spMk id="5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263734931" sldId="268"/>
            <ac:spMk id="6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2T00:30:19.693" v="140" actId="1076"/>
          <ac:spMkLst>
            <pc:docMk/>
            <pc:sldMk cId="263734931" sldId="268"/>
            <ac:spMk id="60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2T00:30:11.921" v="138" actId="26606"/>
          <ac:spMkLst>
            <pc:docMk/>
            <pc:sldMk cId="263734931" sldId="268"/>
            <ac:spMk id="62" creationId="{00000000-0000-0000-0000-000000000000}"/>
          </ac:spMkLst>
        </pc:spChg>
        <pc:spChg chg="add del mod">
          <ac:chgData name="Tapia, Annabel" userId="33ee712a-9595-49fc-b4e7-5b029abc55c2" providerId="ADAL" clId="{BC793F75-25DF-4F55-8A74-5DA347DDC98F}" dt="2026-09-22T00:30:23.208" v="141" actId="478"/>
          <ac:spMkLst>
            <pc:docMk/>
            <pc:sldMk cId="263734931" sldId="268"/>
            <ac:spMk id="63" creationId="{00000000-0000-0000-0000-000000000000}"/>
          </ac:spMkLst>
        </pc:spChg>
        <pc:spChg chg="del">
          <ac:chgData name="Tapia, Annabel" userId="33ee712a-9595-49fc-b4e7-5b029abc55c2" providerId="ADAL" clId="{BC793F75-25DF-4F55-8A74-5DA347DDC98F}" dt="2026-09-22T00:30:18.004" v="139" actId="478"/>
          <ac:spMkLst>
            <pc:docMk/>
            <pc:sldMk cId="263734931" sldId="268"/>
            <ac:spMk id="64" creationId="{00000000-0000-0000-0000-000000000000}"/>
          </ac:spMkLst>
        </pc:spChg>
        <pc:spChg chg="add del">
          <ac:chgData name="Tapia, Annabel" userId="33ee712a-9595-49fc-b4e7-5b029abc55c2" providerId="ADAL" clId="{BC793F75-25DF-4F55-8A74-5DA347DDC98F}" dt="2026-09-22T00:30:11.921" v="138" actId="26606"/>
          <ac:spMkLst>
            <pc:docMk/>
            <pc:sldMk cId="263734931" sldId="268"/>
            <ac:spMk id="66" creationId="{00000000-0000-0000-0000-000000000000}"/>
          </ac:spMkLst>
        </pc:spChg>
        <pc:spChg chg="add del">
          <ac:chgData name="Tapia, Annabel" userId="33ee712a-9595-49fc-b4e7-5b029abc55c2" providerId="ADAL" clId="{BC793F75-25DF-4F55-8A74-5DA347DDC98F}" dt="2026-09-22T00:30:11.921" v="138" actId="26606"/>
          <ac:spMkLst>
            <pc:docMk/>
            <pc:sldMk cId="263734931" sldId="268"/>
            <ac:spMk id="69" creationId="{00000000-0000-0000-0000-000000000000}"/>
          </ac:spMkLst>
        </pc:spChg>
        <pc:spChg chg="add del">
          <ac:chgData name="Tapia, Annabel" userId="33ee712a-9595-49fc-b4e7-5b029abc55c2" providerId="ADAL" clId="{BC793F75-25DF-4F55-8A74-5DA347DDC98F}" dt="2026-09-22T00:30:11.921" v="138" actId="26606"/>
          <ac:spMkLst>
            <pc:docMk/>
            <pc:sldMk cId="263734931" sldId="268"/>
            <ac:spMk id="70" creationId="{00000000-0000-0000-0000-000000000000}"/>
          </ac:spMkLst>
        </pc:spChg>
        <pc:spChg chg="del">
          <ac:chgData name="Tapia, Annabel" userId="33ee712a-9595-49fc-b4e7-5b029abc55c2" providerId="ADAL" clId="{BC793F75-25DF-4F55-8A74-5DA347DDC98F}" dt="2026-09-22T00:30:11.921" v="138" actId="26606"/>
          <ac:spMkLst>
            <pc:docMk/>
            <pc:sldMk cId="263734931" sldId="268"/>
            <ac:spMk id="71" creationId="{00000000-0000-0000-0000-000000000000}"/>
          </ac:spMkLst>
        </pc:spChg>
        <pc:spChg chg="add del">
          <ac:chgData name="Tapia, Annabel" userId="33ee712a-9595-49fc-b4e7-5b029abc55c2" providerId="ADAL" clId="{BC793F75-25DF-4F55-8A74-5DA347DDC98F}" dt="2026-09-22T00:30:11.921" v="138" actId="26606"/>
          <ac:spMkLst>
            <pc:docMk/>
            <pc:sldMk cId="263734931" sldId="268"/>
            <ac:spMk id="72" creationId="{00000000-0000-0000-0000-000000000000}"/>
          </ac:spMkLst>
        </pc:spChg>
        <pc:spChg chg="add del">
          <ac:chgData name="Tapia, Annabel" userId="33ee712a-9595-49fc-b4e7-5b029abc55c2" providerId="ADAL" clId="{BC793F75-25DF-4F55-8A74-5DA347DDC98F}" dt="2026-09-22T00:30:11.921" v="138" actId="26606"/>
          <ac:spMkLst>
            <pc:docMk/>
            <pc:sldMk cId="263734931" sldId="268"/>
            <ac:spMk id="73" creationId="{00000000-0000-0000-0000-000000000000}"/>
          </ac:spMkLst>
        </pc:spChg>
        <pc:spChg chg="add del">
          <ac:chgData name="Tapia, Annabel" userId="33ee712a-9595-49fc-b4e7-5b029abc55c2" providerId="ADAL" clId="{BC793F75-25DF-4F55-8A74-5DA347DDC98F}" dt="2026-09-22T00:30:11.921" v="138" actId="26606"/>
          <ac:spMkLst>
            <pc:docMk/>
            <pc:sldMk cId="263734931" sldId="268"/>
            <ac:spMk id="74" creationId="{00000000-0000-0000-0000-000000000000}"/>
          </ac:spMkLst>
        </pc:spChg>
        <pc:spChg chg="del">
          <ac:chgData name="Tapia, Annabel" userId="33ee712a-9595-49fc-b4e7-5b029abc55c2" providerId="ADAL" clId="{BC793F75-25DF-4F55-8A74-5DA347DDC98F}" dt="2026-09-22T00:30:11.921" v="138" actId="26606"/>
          <ac:spMkLst>
            <pc:docMk/>
            <pc:sldMk cId="263734931" sldId="268"/>
            <ac:spMk id="75" creationId="{00000000-0000-0000-0000-000000000000}"/>
          </ac:spMkLst>
        </pc:spChg>
      </pc:sldChg>
      <pc:sldChg chg="addSp delSp modSp add del mod">
        <pc:chgData name="Tapia, Annabel" userId="33ee712a-9595-49fc-b4e7-5b029abc55c2" providerId="ADAL" clId="{BC793F75-25DF-4F55-8A74-5DA347DDC98F}" dt="2026-09-21T23:57:18.002" v="63" actId="27636"/>
        <pc:sldMkLst>
          <pc:docMk/>
          <pc:sldMk cId="0" sldId="269"/>
        </pc:sldMkLst>
        <pc:spChg chg="add mod">
          <ac:chgData name="Tapia, Annabel" userId="33ee712a-9595-49fc-b4e7-5b029abc55c2" providerId="ADAL" clId="{BC793F75-25DF-4F55-8A74-5DA347DDC98F}" dt="2026-09-21T23:57:18" v="62" actId="27636"/>
          <ac:spMkLst>
            <pc:docMk/>
            <pc:sldMk cId="0" sldId="269"/>
            <ac:spMk id="53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1T23:57:17.979" v="60" actId="26606"/>
          <ac:spMkLst>
            <pc:docMk/>
            <pc:sldMk cId="0" sldId="269"/>
            <ac:spMk id="60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57:17.999" v="61" actId="27636"/>
          <ac:spMkLst>
            <pc:docMk/>
            <pc:sldMk cId="0" sldId="269"/>
            <ac:spMk id="64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57:18.002" v="63" actId="27636"/>
          <ac:spMkLst>
            <pc:docMk/>
            <pc:sldMk cId="0" sldId="269"/>
            <ac:spMk id="69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1T23:57:17.979" v="60" actId="26606"/>
          <ac:spMkLst>
            <pc:docMk/>
            <pc:sldMk cId="0" sldId="269"/>
            <ac:spMk id="72" creationId="{00000000-0000-0000-0000-000000000000}"/>
          </ac:spMkLst>
        </pc:spChg>
        <pc:spChg chg="del mod">
          <ac:chgData name="Tapia, Annabel" userId="33ee712a-9595-49fc-b4e7-5b029abc55c2" providerId="ADAL" clId="{BC793F75-25DF-4F55-8A74-5DA347DDC98F}" dt="2026-09-21T23:57:17.979" v="60" actId="26606"/>
          <ac:spMkLst>
            <pc:docMk/>
            <pc:sldMk cId="0" sldId="269"/>
            <ac:spMk id="90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05:19.643" v="28" actId="27636"/>
          <ac:spMkLst>
            <pc:docMk/>
            <pc:sldMk cId="0" sldId="269"/>
            <ac:spMk id="91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0" sldId="269"/>
            <ac:spMk id="92" creationId="{00000000-0000-0000-0000-000000000000}"/>
          </ac:spMkLst>
        </pc:spChg>
        <pc:spChg chg="del mod">
          <ac:chgData name="Tapia, Annabel" userId="33ee712a-9595-49fc-b4e7-5b029abc55c2" providerId="ADAL" clId="{BC793F75-25DF-4F55-8A74-5DA347DDC98F}" dt="2026-09-21T23:57:17.979" v="60" actId="26606"/>
          <ac:spMkLst>
            <pc:docMk/>
            <pc:sldMk cId="0" sldId="269"/>
            <ac:spMk id="102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0" sldId="269"/>
            <ac:spMk id="103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0" sldId="269"/>
            <ac:spMk id="110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0" sldId="269"/>
            <ac:spMk id="112" creationId="{00000000-0000-0000-0000-000000000000}"/>
          </ac:spMkLst>
        </pc:spChg>
        <pc:spChg chg="del mod">
          <ac:chgData name="Tapia, Annabel" userId="33ee712a-9595-49fc-b4e7-5b029abc55c2" providerId="ADAL" clId="{BC793F75-25DF-4F55-8A74-5DA347DDC98F}" dt="2026-09-21T23:57:17.979" v="60" actId="26606"/>
          <ac:spMkLst>
            <pc:docMk/>
            <pc:sldMk cId="0" sldId="269"/>
            <ac:spMk id="113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0" sldId="269"/>
            <ac:spMk id="120" creationId="{00000000-0000-0000-0000-000000000000}"/>
          </ac:spMkLst>
        </pc:spChg>
        <pc:spChg chg="del mod">
          <ac:chgData name="Tapia, Annabel" userId="33ee712a-9595-49fc-b4e7-5b029abc55c2" providerId="ADAL" clId="{BC793F75-25DF-4F55-8A74-5DA347DDC98F}" dt="2026-09-21T23:57:17.979" v="60" actId="26606"/>
          <ac:spMkLst>
            <pc:docMk/>
            <pc:sldMk cId="0" sldId="269"/>
            <ac:spMk id="122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0" sldId="269"/>
            <ac:spMk id="123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0" sldId="269"/>
            <ac:spMk id="130" creationId="{00000000-0000-0000-0000-000000000000}"/>
          </ac:spMkLst>
        </pc:spChg>
        <pc:spChg chg="del mod">
          <ac:chgData name="Tapia, Annabel" userId="33ee712a-9595-49fc-b4e7-5b029abc55c2" providerId="ADAL" clId="{BC793F75-25DF-4F55-8A74-5DA347DDC98F}" dt="2026-09-21T23:57:17.979" v="60" actId="26606"/>
          <ac:spMkLst>
            <pc:docMk/>
            <pc:sldMk cId="0" sldId="269"/>
            <ac:spMk id="132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49:33.152" v="52" actId="26606"/>
          <ac:spMkLst>
            <pc:docMk/>
            <pc:sldMk cId="0" sldId="269"/>
            <ac:spMk id="133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49:34.932" v="53" actId="26606"/>
          <ac:spMkLst>
            <pc:docMk/>
            <pc:sldMk cId="0" sldId="269"/>
            <ac:spMk id="134" creationId="{00000000-0000-0000-0000-000000000000}"/>
          </ac:spMkLst>
        </pc:spChg>
      </pc:sldChg>
      <pc:sldChg chg="modSp add del mod replId setBg">
        <pc:chgData name="Tapia, Annabel" userId="33ee712a-9595-49fc-b4e7-5b029abc55c2" providerId="ADAL" clId="{BC793F75-25DF-4F55-8A74-5DA347DDC98F}" dt="2026-09-21T23:31:13.424" v="49" actId="26606"/>
        <pc:sldMkLst>
          <pc:docMk/>
          <pc:sldMk cId="0" sldId="270"/>
        </pc:sldMkLst>
        <pc:spChg chg="mod">
          <ac:chgData name="Tapia, Annabel" userId="33ee712a-9595-49fc-b4e7-5b029abc55c2" providerId="ADAL" clId="{BC793F75-25DF-4F55-8A74-5DA347DDC98F}" dt="2026-09-21T23:20:11.182" v="42" actId="26606"/>
          <ac:spMkLst>
            <pc:docMk/>
            <pc:sldMk cId="0" sldId="270"/>
            <ac:spMk id="6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20:11.182" v="42" actId="26606"/>
          <ac:spMkLst>
            <pc:docMk/>
            <pc:sldMk cId="0" sldId="270"/>
            <ac:spMk id="10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20:11.182" v="42" actId="26606"/>
          <ac:spMkLst>
            <pc:docMk/>
            <pc:sldMk cId="0" sldId="270"/>
            <ac:spMk id="11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20:11.182" v="42" actId="26606"/>
          <ac:spMkLst>
            <pc:docMk/>
            <pc:sldMk cId="0" sldId="270"/>
            <ac:spMk id="15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20:11.182" v="42" actId="26606"/>
          <ac:spMkLst>
            <pc:docMk/>
            <pc:sldMk cId="0" sldId="270"/>
            <ac:spMk id="17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20:11.182" v="42" actId="26606"/>
          <ac:spMkLst>
            <pc:docMk/>
            <pc:sldMk cId="0" sldId="270"/>
            <ac:spMk id="19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20:11.182" v="42" actId="26606"/>
          <ac:spMkLst>
            <pc:docMk/>
            <pc:sldMk cId="0" sldId="270"/>
            <ac:spMk id="21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20:11.182" v="42" actId="26606"/>
          <ac:spMkLst>
            <pc:docMk/>
            <pc:sldMk cId="0" sldId="270"/>
            <ac:spMk id="22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20:11.182" v="42" actId="26606"/>
          <ac:spMkLst>
            <pc:docMk/>
            <pc:sldMk cId="0" sldId="270"/>
            <ac:spMk id="23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20:11.182" v="42" actId="26606"/>
          <ac:spMkLst>
            <pc:docMk/>
            <pc:sldMk cId="0" sldId="270"/>
            <ac:spMk id="25" creationId="{00000000-0000-0000-0000-000000000000}"/>
          </ac:spMkLst>
        </pc:spChg>
      </pc:sldChg>
      <pc:sldChg chg="addSp delSp modSp del mod replId setBg">
        <pc:chgData name="Tapia, Annabel" userId="33ee712a-9595-49fc-b4e7-5b029abc55c2" providerId="ADAL" clId="{BC793F75-25DF-4F55-8A74-5DA347DDC98F}" dt="2026-09-21T23:19:25.542" v="40" actId="26606"/>
        <pc:sldMkLst>
          <pc:docMk/>
          <pc:sldMk cId="3116130581" sldId="270"/>
        </pc:sldMkLst>
        <pc:spChg chg="del mod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3116130581" sldId="270"/>
            <ac:spMk id="2" creationId="{C6D1F85D-3530-F5D5-0607-3D967DE8DBCF}"/>
          </ac:spMkLst>
        </pc:spChg>
        <pc:spChg chg="del mod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3116130581" sldId="270"/>
            <ac:spMk id="3" creationId="{344AD6F1-EB3A-7583-7909-48060CA36100}"/>
          </ac:spMkLst>
        </pc:spChg>
        <pc:spChg chg="add del mod replId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3116130581" sldId="270"/>
            <ac:spMk id="4" creationId="{716D9361-A35A-4DC8-AAB9-04FD2D6FEE1D}"/>
          </ac:spMkLst>
        </pc:spChg>
        <pc:spChg chg="add del mod replId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3116130581" sldId="270"/>
            <ac:spMk id="5" creationId="{87FC31AD-FBB3-4219-A758-D6F7594A0A81}"/>
          </ac:spMkLst>
        </pc:spChg>
        <pc:spChg chg="del">
          <ac:chgData name="Tapia, Annabel" userId="33ee712a-9595-49fc-b4e7-5b029abc55c2" providerId="ADAL" clId="{BC793F75-25DF-4F55-8A74-5DA347DDC98F}" dt="2026-09-21T23:00:06.667" v="1" actId="26606"/>
          <ac:spMkLst>
            <pc:docMk/>
            <pc:sldMk cId="3116130581" sldId="270"/>
            <ac:spMk id="39" creationId="{98072727-1E1A-4B8C-8839-AAB69FA2ECE2}"/>
          </ac:spMkLst>
        </pc:spChg>
        <pc:spChg chg="del">
          <ac:chgData name="Tapia, Annabel" userId="33ee712a-9595-49fc-b4e7-5b029abc55c2" providerId="ADAL" clId="{BC793F75-25DF-4F55-8A74-5DA347DDC98F}" dt="2026-09-21T23:00:06.667" v="1" actId="26606"/>
          <ac:spMkLst>
            <pc:docMk/>
            <pc:sldMk cId="3116130581" sldId="270"/>
            <ac:spMk id="40" creationId="{AD35AE2F-5E3A-49D9-8DE1-8A333BA4088E}"/>
          </ac:spMkLst>
        </pc:spChg>
        <pc:spChg chg="del">
          <ac:chgData name="Tapia, Annabel" userId="33ee712a-9595-49fc-b4e7-5b029abc55c2" providerId="ADAL" clId="{BC793F75-25DF-4F55-8A74-5DA347DDC98F}" dt="2026-09-21T23:00:06.667" v="1" actId="26606"/>
          <ac:spMkLst>
            <pc:docMk/>
            <pc:sldMk cId="3116130581" sldId="270"/>
            <ac:spMk id="41" creationId="{79EB4626-023C-436D-9F57-9EB46080909D}"/>
          </ac:spMkLst>
        </pc:spChg>
        <pc:spChg chg="add del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3116130581" sldId="270"/>
            <ac:spMk id="46" creationId="{AC8EEB0F-BA72-49AC-956F-331B60FDE79E}"/>
          </ac:spMkLst>
        </pc:spChg>
        <pc:spChg chg="add del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3116130581" sldId="270"/>
            <ac:spMk id="48" creationId="{1BE70332-ECAF-47BB-8C7B-BD049452F653}"/>
          </ac:spMkLst>
        </pc:spChg>
        <pc:spChg chg="add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3116130581" sldId="270"/>
            <ac:spMk id="50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3116130581" sldId="270"/>
            <ac:spMk id="51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3116130581" sldId="270"/>
            <ac:spMk id="52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3116130581" sldId="270"/>
            <ac:spMk id="54" creationId="{00000000-0000-0000-0000-000000000000}"/>
          </ac:spMkLst>
        </pc:spChg>
        <pc:picChg chg="mod">
          <ac:chgData name="Tapia, Annabel" userId="33ee712a-9595-49fc-b4e7-5b029abc55c2" providerId="ADAL" clId="{BC793F75-25DF-4F55-8A74-5DA347DDC98F}" dt="2026-09-21T23:00:57.819" v="7" actId="1076"/>
          <ac:picMkLst>
            <pc:docMk/>
            <pc:sldMk cId="3116130581" sldId="270"/>
            <ac:picMk id="20" creationId="{00000000-0000-0000-0000-000000000000}"/>
          </ac:picMkLst>
        </pc:picChg>
      </pc:sldChg>
      <pc:sldChg chg="modSp add del mod replId setBg">
        <pc:chgData name="Tapia, Annabel" userId="33ee712a-9595-49fc-b4e7-5b029abc55c2" providerId="ADAL" clId="{BC793F75-25DF-4F55-8A74-5DA347DDC98F}" dt="2026-09-21T23:31:13.424" v="49" actId="26606"/>
        <pc:sldMkLst>
          <pc:docMk/>
          <pc:sldMk cId="0" sldId="271"/>
        </pc:sldMkLst>
        <pc:spChg chg="mod">
          <ac:chgData name="Tapia, Annabel" userId="33ee712a-9595-49fc-b4e7-5b029abc55c2" providerId="ADAL" clId="{BC793F75-25DF-4F55-8A74-5DA347DDC98F}" dt="2026-09-21T23:20:11.182" v="42" actId="26606"/>
          <ac:spMkLst>
            <pc:docMk/>
            <pc:sldMk cId="0" sldId="271"/>
            <ac:spMk id="2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20:11.182" v="42" actId="26606"/>
          <ac:spMkLst>
            <pc:docMk/>
            <pc:sldMk cId="0" sldId="271"/>
            <ac:spMk id="4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20:11.182" v="42" actId="26606"/>
          <ac:spMkLst>
            <pc:docMk/>
            <pc:sldMk cId="0" sldId="271"/>
            <ac:spMk id="6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20:11.182" v="42" actId="2660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20:11.182" v="42" actId="26606"/>
          <ac:spMkLst>
            <pc:docMk/>
            <pc:sldMk cId="0" sldId="271"/>
            <ac:spMk id="14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20:11.182" v="42" actId="26606"/>
          <ac:spMkLst>
            <pc:docMk/>
            <pc:sldMk cId="0" sldId="271"/>
            <ac:spMk id="17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20:11.182" v="42" actId="26606"/>
          <ac:spMkLst>
            <pc:docMk/>
            <pc:sldMk cId="0" sldId="271"/>
            <ac:spMk id="21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20:11.182" v="42" actId="26606"/>
          <ac:spMkLst>
            <pc:docMk/>
            <pc:sldMk cId="0" sldId="271"/>
            <ac:spMk id="22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20:11.182" v="42" actId="26606"/>
          <ac:spMkLst>
            <pc:docMk/>
            <pc:sldMk cId="0" sldId="271"/>
            <ac:spMk id="23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20:11.182" v="42" actId="26606"/>
          <ac:spMkLst>
            <pc:docMk/>
            <pc:sldMk cId="0" sldId="271"/>
            <ac:spMk id="27" creationId="{00000000-0000-0000-0000-000000000000}"/>
          </ac:spMkLst>
        </pc:spChg>
      </pc:sldChg>
      <pc:sldChg chg="addSp delSp modSp del mod replId">
        <pc:chgData name="Tapia, Annabel" userId="33ee712a-9595-49fc-b4e7-5b029abc55c2" providerId="ADAL" clId="{BC793F75-25DF-4F55-8A74-5DA347DDC98F}" dt="2026-09-21T23:19:25.542" v="40" actId="26606"/>
        <pc:sldMkLst>
          <pc:docMk/>
          <pc:sldMk cId="4139661115" sldId="271"/>
        </pc:sldMkLst>
        <pc:spChg chg="mod">
          <ac:chgData name="Tapia, Annabel" userId="33ee712a-9595-49fc-b4e7-5b029abc55c2" providerId="ADAL" clId="{BC793F75-25DF-4F55-8A74-5DA347DDC98F}" dt="2026-09-21T23:01:41.555" v="22" actId="20577"/>
          <ac:spMkLst>
            <pc:docMk/>
            <pc:sldMk cId="4139661115" sldId="271"/>
            <ac:spMk id="2" creationId="{62ABF90E-3185-2820-6C71-C4B76E6B9021}"/>
          </ac:spMkLst>
        </pc:spChg>
        <pc:spChg chg="del mod">
          <ac:chgData name="Tapia, Annabel" userId="33ee712a-9595-49fc-b4e7-5b029abc55c2" providerId="ADAL" clId="{BC793F75-25DF-4F55-8A74-5DA347DDC98F}" dt="2026-09-21T23:01:53.818" v="24" actId="478"/>
          <ac:spMkLst>
            <pc:docMk/>
            <pc:sldMk cId="4139661115" sldId="271"/>
            <ac:spMk id="3" creationId="{8A63A833-0E59-BDCE-F49B-665D49976136}"/>
          </ac:spMkLst>
        </pc:spChg>
        <pc:spChg chg="add del mod">
          <ac:chgData name="Tapia, Annabel" userId="33ee712a-9595-49fc-b4e7-5b029abc55c2" providerId="ADAL" clId="{BC793F75-25DF-4F55-8A74-5DA347DDC98F}" dt="2026-09-21T23:01:58.593" v="26" actId="478"/>
          <ac:spMkLst>
            <pc:docMk/>
            <pc:sldMk cId="4139661115" sldId="271"/>
            <ac:spMk id="5" creationId="{6774E2E5-1B9A-F654-6024-65120BE95371}"/>
          </ac:spMkLst>
        </pc:spChg>
        <pc:spChg chg="add mod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4139661115" sldId="271"/>
            <ac:spMk id="53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4139661115" sldId="271"/>
            <ac:spMk id="60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4139661115" sldId="271"/>
            <ac:spMk id="70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1T23:08:31.093" v="29" actId="26606"/>
          <ac:spMkLst>
            <pc:docMk/>
            <pc:sldMk cId="4139661115" sldId="271"/>
            <ac:spMk id="74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4139661115" sldId="271"/>
            <ac:spMk id="76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1T23:08:31.093" v="29" actId="26606"/>
          <ac:spMkLst>
            <pc:docMk/>
            <pc:sldMk cId="4139661115" sldId="271"/>
            <ac:spMk id="77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4139661115" sldId="271"/>
            <ac:spMk id="79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1T23:08:31.093" v="29" actId="26606"/>
          <ac:spMkLst>
            <pc:docMk/>
            <pc:sldMk cId="4139661115" sldId="271"/>
            <ac:spMk id="80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4139661115" sldId="271"/>
            <ac:spMk id="86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4139661115" sldId="271"/>
            <ac:spMk id="90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4139661115" sldId="271"/>
            <ac:spMk id="95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4139661115" sldId="271"/>
            <ac:spMk id="96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4139661115" sldId="271"/>
            <ac:spMk id="98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1T23:12:41.492" v="35" actId="26606"/>
          <ac:spMkLst>
            <pc:docMk/>
            <pc:sldMk cId="4139661115" sldId="271"/>
            <ac:spMk id="102" creationId="{00000000-0000-0000-0000-000000000000}"/>
          </ac:spMkLst>
        </pc:spChg>
      </pc:sldChg>
      <pc:sldChg chg="modSp add del mod replId setBg">
        <pc:chgData name="Tapia, Annabel" userId="33ee712a-9595-49fc-b4e7-5b029abc55c2" providerId="ADAL" clId="{BC793F75-25DF-4F55-8A74-5DA347DDC98F}" dt="2026-09-21T23:31:13.424" v="49" actId="26606"/>
        <pc:sldMkLst>
          <pc:docMk/>
          <pc:sldMk cId="0" sldId="272"/>
        </pc:sldMkLst>
        <pc:spChg chg="mod">
          <ac:chgData name="Tapia, Annabel" userId="33ee712a-9595-49fc-b4e7-5b029abc55c2" providerId="ADAL" clId="{BC793F75-25DF-4F55-8A74-5DA347DDC98F}" dt="2026-09-21T23:20:11.182" v="42" actId="26606"/>
          <ac:spMkLst>
            <pc:docMk/>
            <pc:sldMk cId="0" sldId="272"/>
            <ac:spMk id="4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20:11.182" v="42" actId="26606"/>
          <ac:spMkLst>
            <pc:docMk/>
            <pc:sldMk cId="0" sldId="272"/>
            <ac:spMk id="6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20:11.182" v="42" actId="26606"/>
          <ac:spMkLst>
            <pc:docMk/>
            <pc:sldMk cId="0" sldId="272"/>
            <ac:spMk id="7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20:11.182" v="42" actId="26606"/>
          <ac:spMkLst>
            <pc:docMk/>
            <pc:sldMk cId="0" sldId="272"/>
            <ac:spMk id="10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20:11.182" v="42" actId="26606"/>
          <ac:spMkLst>
            <pc:docMk/>
            <pc:sldMk cId="0" sldId="272"/>
            <ac:spMk id="12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20:11.182" v="42" actId="26606"/>
          <ac:spMkLst>
            <pc:docMk/>
            <pc:sldMk cId="0" sldId="272"/>
            <ac:spMk id="17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20:11.182" v="42" actId="26606"/>
          <ac:spMkLst>
            <pc:docMk/>
            <pc:sldMk cId="0" sldId="272"/>
            <ac:spMk id="20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20:11.182" v="42" actId="26606"/>
          <ac:spMkLst>
            <pc:docMk/>
            <pc:sldMk cId="0" sldId="272"/>
            <ac:spMk id="21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20:11.182" v="42" actId="26606"/>
          <ac:spMkLst>
            <pc:docMk/>
            <pc:sldMk cId="0" sldId="272"/>
            <ac:spMk id="22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20:11.182" v="42" actId="26606"/>
          <ac:spMkLst>
            <pc:docMk/>
            <pc:sldMk cId="0" sldId="272"/>
            <ac:spMk id="24" creationId="{00000000-0000-0000-0000-000000000000}"/>
          </ac:spMkLst>
        </pc:spChg>
      </pc:sldChg>
      <pc:sldChg chg="addSp delSp modSp del mod replId">
        <pc:chgData name="Tapia, Annabel" userId="33ee712a-9595-49fc-b4e7-5b029abc55c2" providerId="ADAL" clId="{BC793F75-25DF-4F55-8A74-5DA347DDC98F}" dt="2026-09-21T23:19:25.542" v="40" actId="26606"/>
        <pc:sldMkLst>
          <pc:docMk/>
          <pc:sldMk cId="695415331" sldId="272"/>
        </pc:sldMkLst>
        <pc:spChg chg="del">
          <ac:chgData name="Tapia, Annabel" userId="33ee712a-9595-49fc-b4e7-5b029abc55c2" providerId="ADAL" clId="{BC793F75-25DF-4F55-8A74-5DA347DDC98F}" dt="2026-09-21T23:11:40.670" v="31" actId="26606"/>
          <ac:spMkLst>
            <pc:docMk/>
            <pc:sldMk cId="695415331" sldId="272"/>
            <ac:spMk id="2" creationId="{D5B235BE-9209-C68E-8469-3460038549DB}"/>
          </ac:spMkLst>
        </pc:spChg>
        <pc:spChg chg="mod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695415331" sldId="272"/>
            <ac:spMk id="50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11:40.687" v="34" actId="27636"/>
          <ac:spMkLst>
            <pc:docMk/>
            <pc:sldMk cId="695415331" sldId="272"/>
            <ac:spMk id="53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695415331" sldId="272"/>
            <ac:spMk id="60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695415331" sldId="272"/>
            <ac:spMk id="61" creationId="{00000000-0000-0000-0000-000000000000}"/>
          </ac:spMkLst>
        </pc:spChg>
        <pc:spChg chg="mod">
          <ac:chgData name="Tapia, Annabel" userId="33ee712a-9595-49fc-b4e7-5b029abc55c2" providerId="ADAL" clId="{BC793F75-25DF-4F55-8A74-5DA347DDC98F}" dt="2026-09-21T23:11:40.685" v="32" actId="27636"/>
          <ac:spMkLst>
            <pc:docMk/>
            <pc:sldMk cId="695415331" sldId="272"/>
            <ac:spMk id="63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695415331" sldId="272"/>
            <ac:spMk id="64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695415331" sldId="272"/>
            <ac:spMk id="68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695415331" sldId="272"/>
            <ac:spMk id="69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695415331" sldId="272"/>
            <ac:spMk id="80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695415331" sldId="272"/>
            <ac:spMk id="85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695415331" sldId="272"/>
            <ac:spMk id="88" creationId="{00000000-0000-0000-0000-000000000000}"/>
          </ac:spMkLst>
        </pc:spChg>
        <pc:spChg chg="add mod">
          <ac:chgData name="Tapia, Annabel" userId="33ee712a-9595-49fc-b4e7-5b029abc55c2" providerId="ADAL" clId="{BC793F75-25DF-4F55-8A74-5DA347DDC98F}" dt="2026-09-21T23:17:34.124" v="37" actId="26606"/>
          <ac:spMkLst>
            <pc:docMk/>
            <pc:sldMk cId="695415331" sldId="272"/>
            <ac:spMk id="91" creationId="{00000000-0000-0000-0000-000000000000}"/>
          </ac:spMkLst>
        </pc:spChg>
        <pc:spChg chg="add">
          <ac:chgData name="Tapia, Annabel" userId="33ee712a-9595-49fc-b4e7-5b029abc55c2" providerId="ADAL" clId="{BC793F75-25DF-4F55-8A74-5DA347DDC98F}" dt="2026-09-21T23:12:41.492" v="35" actId="26606"/>
          <ac:spMkLst>
            <pc:docMk/>
            <pc:sldMk cId="695415331" sldId="272"/>
            <ac:spMk id="92" creationId="{00000000-0000-0000-0000-000000000000}"/>
          </ac:spMkLst>
        </pc:spChg>
      </pc:sldChg>
      <pc:sldChg chg="modSp add del mod">
        <pc:chgData name="Tapia, Annabel" userId="33ee712a-9595-49fc-b4e7-5b029abc55c2" providerId="ADAL" clId="{BC793F75-25DF-4F55-8A74-5DA347DDC98F}" dt="2026-09-21T23:31:13.424" v="49" actId="26606"/>
        <pc:sldMkLst>
          <pc:docMk/>
          <pc:sldMk cId="0" sldId="273"/>
        </pc:sldMkLst>
        <pc:spChg chg="mod">
          <ac:chgData name="Tapia, Annabel" userId="33ee712a-9595-49fc-b4e7-5b029abc55c2" providerId="ADAL" clId="{BC793F75-25DF-4F55-8A74-5DA347DDC98F}" dt="2026-09-21T23:25:26.953" v="47" actId="27636"/>
          <ac:spMkLst>
            <pc:docMk/>
            <pc:sldMk cId="0" sldId="273"/>
            <ac:spMk id="59" creationId="{00000000-0000-0000-0000-000000000000}"/>
          </ac:spMkLst>
        </pc:spChg>
      </pc:sldChg>
      <pc:sldMasterChg chg="add del modSldLayout sldLayoutOrd">
        <pc:chgData name="Tapia, Annabel" userId="33ee712a-9595-49fc-b4e7-5b029abc55c2" providerId="ADAL" clId="{BC793F75-25DF-4F55-8A74-5DA347DDC98F}" dt="2026-09-21T23:49:33.152" v="52" actId="26606"/>
        <pc:sldMasterMkLst>
          <pc:docMk/>
          <pc:sldMasterMk cId="0" sldId="2147483648"/>
        </pc:sldMasterMkLst>
        <pc:sldLayoutChg chg="modSp mod ord">
          <pc:chgData name="Tapia, Annabel" userId="33ee712a-9595-49fc-b4e7-5b029abc55c2" providerId="ADAL" clId="{BC793F75-25DF-4F55-8A74-5DA347DDC98F}" dt="2026-09-21T23:43:34.136" v="51" actId="26606"/>
          <pc:sldLayoutMkLst>
            <pc:docMk/>
            <pc:sldMasterMk cId="0" sldId="2147483648"/>
            <pc:sldLayoutMk cId="885161940" sldId="2147483649"/>
          </pc:sldLayoutMkLst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885161940" sldId="2147483649"/>
              <ac:spMk id="2" creationId="{D5AF3BAA-5379-AB10-C8A5-42A0DA50365E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885161940" sldId="2147483649"/>
              <ac:spMk id="3" creationId="{221B6D03-B5C1-DE70-DBCB-EDEEEC80B89A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885161940" sldId="2147483649"/>
              <ac:spMk id="4" creationId="{505F8914-327C-2BE3-3751-857C14221316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885161940" sldId="2147483649"/>
              <ac:spMk id="5" creationId="{5B45A17E-B506-34D4-53AC-32F54423A9AD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885161940" sldId="2147483649"/>
              <ac:spMk id="6" creationId="{B37A8CAA-10B9-68D7-FD9C-049B1379CC1F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43:34.136" v="51" actId="26606"/>
          <pc:sldLayoutMkLst>
            <pc:docMk/>
            <pc:sldMasterMk cId="0" sldId="2147483648"/>
            <pc:sldLayoutMk cId="879118849" sldId="2147483650"/>
          </pc:sldLayoutMkLst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879118849" sldId="2147483650"/>
              <ac:spMk id="2" creationId="{CDCC805F-1FC2-CDC4-485A-287447833AB4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879118849" sldId="2147483650"/>
              <ac:spMk id="3" creationId="{41423320-A2CC-001A-8D8C-2915F980A6A4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879118849" sldId="2147483650"/>
              <ac:spMk id="4" creationId="{DC4143FC-169B-981D-540C-E18ABE7AA319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879118849" sldId="2147483650"/>
              <ac:spMk id="5" creationId="{500C9360-3C0A-31B2-5467-1D69D254DF2C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879118849" sldId="2147483650"/>
              <ac:spMk id="6" creationId="{ACFABAE5-6E8B-B54C-0640-8CF5DC928908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43:34.136" v="51" actId="26606"/>
          <pc:sldLayoutMkLst>
            <pc:docMk/>
            <pc:sldMasterMk cId="0" sldId="2147483648"/>
            <pc:sldLayoutMk cId="2173993843" sldId="2147483651"/>
          </pc:sldLayoutMkLst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2173993843" sldId="2147483651"/>
              <ac:spMk id="2" creationId="{6FE867B7-DFE8-CFC8-9ACF-1E7A8ED7716B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2173993843" sldId="2147483651"/>
              <ac:spMk id="3" creationId="{1F646DF2-BEA0-FA19-AA9F-2F782D56C692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2173993843" sldId="2147483651"/>
              <ac:spMk id="4" creationId="{B3DF44D2-AAB1-52A1-F964-640CAE18606F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2173993843" sldId="2147483651"/>
              <ac:spMk id="5" creationId="{57FCCAA7-ED9B-AC0E-415A-18D22195B7A6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2173993843" sldId="2147483651"/>
              <ac:spMk id="6" creationId="{9775E468-4135-CAB4-28DF-09CADF0DF965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43:34.136" v="51" actId="26606"/>
          <pc:sldLayoutMkLst>
            <pc:docMk/>
            <pc:sldMasterMk cId="0" sldId="2147483648"/>
            <pc:sldLayoutMk cId="2329193387" sldId="2147483652"/>
          </pc:sldLayoutMkLst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2329193387" sldId="2147483652"/>
              <ac:spMk id="2" creationId="{482A4AF7-E432-7753-8EBF-4ECADE397263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2329193387" sldId="2147483652"/>
              <ac:spMk id="3" creationId="{E3A50E3E-8338-BDE6-8A4F-0D07334D81C7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2329193387" sldId="2147483652"/>
              <ac:spMk id="4" creationId="{4025191E-310C-E6DE-8F0B-E4732031AD58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2329193387" sldId="2147483652"/>
              <ac:spMk id="5" creationId="{84F2DF7A-97EF-E388-E26F-DE96D994496D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2329193387" sldId="2147483652"/>
              <ac:spMk id="6" creationId="{C898A230-FA01-3710-3880-AEAC5D29401D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2329193387" sldId="2147483652"/>
              <ac:spMk id="7" creationId="{2F989DFE-4242-BC79-D258-DFEC16BDB68B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43:34.136" v="51" actId="26606"/>
          <pc:sldLayoutMkLst>
            <pc:docMk/>
            <pc:sldMasterMk cId="0" sldId="2147483648"/>
            <pc:sldLayoutMk cId="2338670791" sldId="2147483653"/>
          </pc:sldLayoutMkLst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2338670791" sldId="2147483653"/>
              <ac:spMk id="2" creationId="{4015A6BE-BB76-FF4D-B8E6-FAA5C8AACD35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2338670791" sldId="2147483653"/>
              <ac:spMk id="3" creationId="{FFF95A6B-7001-1703-DA76-444E01DDC3FE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2338670791" sldId="2147483653"/>
              <ac:spMk id="4" creationId="{B197FDC9-A2DA-000C-BAAB-6F3B7E05E365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2338670791" sldId="2147483653"/>
              <ac:spMk id="5" creationId="{9E91A87E-347B-4FB6-1D2F-620662F70E20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2338670791" sldId="2147483653"/>
              <ac:spMk id="6" creationId="{1F3541EE-BFDF-CB6D-E8CD-4EFCA2065F12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2338670791" sldId="2147483653"/>
              <ac:spMk id="7" creationId="{436C2085-DC39-1B5A-CCEC-09B3C5C2E7A2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2338670791" sldId="2147483653"/>
              <ac:spMk id="8" creationId="{FBEF0F24-C873-B82D-A85E-6D2D75718BF7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2338670791" sldId="2147483653"/>
              <ac:spMk id="9" creationId="{3F0BE996-978D-1930-BA5E-BEF4EE727479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43:34.136" v="51" actId="26606"/>
          <pc:sldLayoutMkLst>
            <pc:docMk/>
            <pc:sldMasterMk cId="0" sldId="2147483648"/>
            <pc:sldLayoutMk cId="3972475290" sldId="2147483654"/>
          </pc:sldLayoutMkLst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3972475290" sldId="2147483654"/>
              <ac:spMk id="2" creationId="{EA5040BE-6008-78E5-30C1-FD03AB321C16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3972475290" sldId="2147483654"/>
              <ac:spMk id="3" creationId="{22AB3FE9-C1C1-AA7D-ED8E-8FBAE7A9C21B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3972475290" sldId="2147483654"/>
              <ac:spMk id="4" creationId="{8453DEFA-F540-5341-A5AC-9764EAE2237F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3972475290" sldId="2147483654"/>
              <ac:spMk id="5" creationId="{3A7293FA-E99B-6A4E-6EFF-E866E38A7361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43:34.136" v="51" actId="26606"/>
          <pc:sldLayoutMkLst>
            <pc:docMk/>
            <pc:sldMasterMk cId="0" sldId="2147483648"/>
            <pc:sldLayoutMk cId="1126344799" sldId="2147483655"/>
          </pc:sldLayoutMkLst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1126344799" sldId="2147483655"/>
              <ac:spMk id="2" creationId="{5F5D919A-05EF-7F1F-DF7D-18FAFCF7F222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1126344799" sldId="2147483655"/>
              <ac:spMk id="3" creationId="{8673634A-4816-8160-2C44-E64DC6F97F60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1126344799" sldId="2147483655"/>
              <ac:spMk id="4" creationId="{76150AF3-7BBF-29C7-ED34-4F1D9E4D5385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43:34.136" v="51" actId="26606"/>
          <pc:sldLayoutMkLst>
            <pc:docMk/>
            <pc:sldMasterMk cId="0" sldId="2147483648"/>
            <pc:sldLayoutMk cId="3502508426" sldId="2147483656"/>
          </pc:sldLayoutMkLst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3502508426" sldId="2147483656"/>
              <ac:spMk id="2" creationId="{D1007300-FE40-456D-9B2B-9ED50F4A60E3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3502508426" sldId="2147483656"/>
              <ac:spMk id="3" creationId="{182834D7-F5F4-9B02-2E73-4B47AEE50E05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3502508426" sldId="2147483656"/>
              <ac:spMk id="4" creationId="{720CCEF7-0C1B-82E2-F3A3-D22A008A8A3B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3502508426" sldId="2147483656"/>
              <ac:spMk id="5" creationId="{1121A2B6-18F0-0E3D-C185-44794D2B3D96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3502508426" sldId="2147483656"/>
              <ac:spMk id="6" creationId="{8B95011A-6367-80EC-86B6-0ACF0A265F85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3502508426" sldId="2147483656"/>
              <ac:spMk id="7" creationId="{36615B75-1AFB-50E4-E4A8-B678A37BF62B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43:34.136" v="51" actId="26606"/>
          <pc:sldLayoutMkLst>
            <pc:docMk/>
            <pc:sldMasterMk cId="0" sldId="2147483648"/>
            <pc:sldLayoutMk cId="1159696054" sldId="2147483657"/>
          </pc:sldLayoutMkLst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1159696054" sldId="2147483657"/>
              <ac:spMk id="2" creationId="{9567D9FB-548F-8092-775F-EDE69755AFA2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1159696054" sldId="2147483657"/>
              <ac:spMk id="3" creationId="{305C507A-369C-F6EC-3B63-0619F05937D5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1159696054" sldId="2147483657"/>
              <ac:spMk id="4" creationId="{6908D84C-C8CC-432E-F5A2-52B34850C651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1159696054" sldId="2147483657"/>
              <ac:spMk id="5" creationId="{22A90CA3-2A50-B4AB-E4CD-621371F6F5DC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1159696054" sldId="2147483657"/>
              <ac:spMk id="6" creationId="{D45E4727-4413-2B9A-3023-3A915CD4F2ED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1159696054" sldId="2147483657"/>
              <ac:spMk id="7" creationId="{9401C2C8-7917-07B8-2B64-F95EC846D223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43:34.136" v="51" actId="26606"/>
          <pc:sldLayoutMkLst>
            <pc:docMk/>
            <pc:sldMasterMk cId="0" sldId="2147483648"/>
            <pc:sldLayoutMk cId="3609054435" sldId="2147483658"/>
          </pc:sldLayoutMkLst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3609054435" sldId="2147483658"/>
              <ac:spMk id="2" creationId="{59F76166-B786-B7D1-681D-D82F9010C4F7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3609054435" sldId="2147483658"/>
              <ac:spMk id="3" creationId="{F4B4D830-E685-F0A5-5BDE-BC765B7FF32E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3609054435" sldId="2147483658"/>
              <ac:spMk id="4" creationId="{425BA4EB-D59B-E686-06B9-435844F92A33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3609054435" sldId="2147483658"/>
              <ac:spMk id="5" creationId="{261272F3-B53F-C869-0B68-EDF3165E4D3E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3609054435" sldId="2147483658"/>
              <ac:spMk id="6" creationId="{F9ACE7E6-081C-9BBA-C6BB-CBE2255B02A4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43:34.136" v="51" actId="26606"/>
          <pc:sldLayoutMkLst>
            <pc:docMk/>
            <pc:sldMasterMk cId="0" sldId="2147483648"/>
            <pc:sldLayoutMk cId="2632093646" sldId="2147483659"/>
          </pc:sldLayoutMkLst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2632093646" sldId="2147483659"/>
              <ac:spMk id="2" creationId="{EDC4896E-16A4-AED6-93EA-734E24C71A18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2632093646" sldId="2147483659"/>
              <ac:spMk id="3" creationId="{F6CADDA2-9B01-526C-C267-FC9F8756998C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2632093646" sldId="2147483659"/>
              <ac:spMk id="4" creationId="{6D550516-ED5F-6338-3499-C205B9152D46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2632093646" sldId="2147483659"/>
              <ac:spMk id="5" creationId="{9788D61A-B0FC-78E7-0298-F1A3669E4EEE}"/>
            </ac:spMkLst>
          </pc:spChg>
          <pc:spChg chg="mod">
            <ac:chgData name="Tapia, Annabel" userId="33ee712a-9595-49fc-b4e7-5b029abc55c2" providerId="ADAL" clId="{BC793F75-25DF-4F55-8A74-5DA347DDC98F}" dt="2026-09-21T23:43:34.136" v="51" actId="26606"/>
            <ac:spMkLst>
              <pc:docMk/>
              <pc:sldMasterMk cId="0" sldId="2147483648"/>
              <pc:sldLayoutMk cId="2632093646" sldId="2147483659"/>
              <ac:spMk id="6" creationId="{C2E44B72-769E-366B-757E-0328E741FFD0}"/>
            </ac:spMkLst>
          </pc:spChg>
        </pc:sldLayoutChg>
      </pc:sldMasterChg>
      <pc:sldMasterChg chg="add modSldLayout sldLayoutOrd">
        <pc:chgData name="Tapia, Annabel" userId="33ee712a-9595-49fc-b4e7-5b029abc55c2" providerId="ADAL" clId="{BC793F75-25DF-4F55-8A74-5DA347DDC98F}" dt="2026-09-21T23:49:34.932" v="53" actId="26606"/>
        <pc:sldMasterMkLst>
          <pc:docMk/>
          <pc:sldMasterMk cId="0" sldId="2147483648"/>
        </pc:sldMasterMkLst>
        <pc:sldLayoutChg chg="modSp mod ord">
          <pc:chgData name="Tapia, Annabel" userId="33ee712a-9595-49fc-b4e7-5b029abc55c2" providerId="ADAL" clId="{BC793F75-25DF-4F55-8A74-5DA347DDC98F}" dt="2026-09-21T23:49:34.932" v="53" actId="26606"/>
          <pc:sldLayoutMkLst>
            <pc:docMk/>
            <pc:sldMasterMk cId="0" sldId="2147483648"/>
            <pc:sldLayoutMk cId="885161940" sldId="2147483649"/>
          </pc:sldLayoutMkLst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885161940" sldId="2147483649"/>
              <ac:spMk id="2" creationId="{D5AF3BAA-5379-AB10-C8A5-42A0DA50365E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885161940" sldId="2147483649"/>
              <ac:spMk id="3" creationId="{221B6D03-B5C1-DE70-DBCB-EDEEEC80B89A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885161940" sldId="2147483649"/>
              <ac:spMk id="4" creationId="{505F8914-327C-2BE3-3751-857C14221316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885161940" sldId="2147483649"/>
              <ac:spMk id="5" creationId="{5B45A17E-B506-34D4-53AC-32F54423A9AD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885161940" sldId="2147483649"/>
              <ac:spMk id="6" creationId="{B37A8CAA-10B9-68D7-FD9C-049B1379CC1F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49:34.932" v="53" actId="26606"/>
          <pc:sldLayoutMkLst>
            <pc:docMk/>
            <pc:sldMasterMk cId="0" sldId="2147483648"/>
            <pc:sldLayoutMk cId="879118849" sldId="2147483650"/>
          </pc:sldLayoutMkLst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879118849" sldId="2147483650"/>
              <ac:spMk id="2" creationId="{CDCC805F-1FC2-CDC4-485A-287447833AB4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879118849" sldId="2147483650"/>
              <ac:spMk id="3" creationId="{41423320-A2CC-001A-8D8C-2915F980A6A4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879118849" sldId="2147483650"/>
              <ac:spMk id="4" creationId="{DC4143FC-169B-981D-540C-E18ABE7AA319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879118849" sldId="2147483650"/>
              <ac:spMk id="5" creationId="{500C9360-3C0A-31B2-5467-1D69D254DF2C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879118849" sldId="2147483650"/>
              <ac:spMk id="6" creationId="{ACFABAE5-6E8B-B54C-0640-8CF5DC928908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49:34.932" v="53" actId="26606"/>
          <pc:sldLayoutMkLst>
            <pc:docMk/>
            <pc:sldMasterMk cId="0" sldId="2147483648"/>
            <pc:sldLayoutMk cId="2173993843" sldId="2147483651"/>
          </pc:sldLayoutMkLst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2173993843" sldId="2147483651"/>
              <ac:spMk id="2" creationId="{6FE867B7-DFE8-CFC8-9ACF-1E7A8ED7716B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2173993843" sldId="2147483651"/>
              <ac:spMk id="3" creationId="{1F646DF2-BEA0-FA19-AA9F-2F782D56C692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2173993843" sldId="2147483651"/>
              <ac:spMk id="4" creationId="{B3DF44D2-AAB1-52A1-F964-640CAE18606F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2173993843" sldId="2147483651"/>
              <ac:spMk id="5" creationId="{57FCCAA7-ED9B-AC0E-415A-18D22195B7A6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2173993843" sldId="2147483651"/>
              <ac:spMk id="6" creationId="{9775E468-4135-CAB4-28DF-09CADF0DF965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49:34.932" v="53" actId="26606"/>
          <pc:sldLayoutMkLst>
            <pc:docMk/>
            <pc:sldMasterMk cId="0" sldId="2147483648"/>
            <pc:sldLayoutMk cId="2329193387" sldId="2147483652"/>
          </pc:sldLayoutMkLst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2329193387" sldId="2147483652"/>
              <ac:spMk id="2" creationId="{482A4AF7-E432-7753-8EBF-4ECADE397263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2329193387" sldId="2147483652"/>
              <ac:spMk id="3" creationId="{E3A50E3E-8338-BDE6-8A4F-0D07334D81C7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2329193387" sldId="2147483652"/>
              <ac:spMk id="4" creationId="{4025191E-310C-E6DE-8F0B-E4732031AD58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2329193387" sldId="2147483652"/>
              <ac:spMk id="5" creationId="{84F2DF7A-97EF-E388-E26F-DE96D994496D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2329193387" sldId="2147483652"/>
              <ac:spMk id="6" creationId="{C898A230-FA01-3710-3880-AEAC5D29401D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2329193387" sldId="2147483652"/>
              <ac:spMk id="7" creationId="{2F989DFE-4242-BC79-D258-DFEC16BDB68B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49:34.932" v="53" actId="26606"/>
          <pc:sldLayoutMkLst>
            <pc:docMk/>
            <pc:sldMasterMk cId="0" sldId="2147483648"/>
            <pc:sldLayoutMk cId="2338670791" sldId="2147483653"/>
          </pc:sldLayoutMkLst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2338670791" sldId="2147483653"/>
              <ac:spMk id="2" creationId="{4015A6BE-BB76-FF4D-B8E6-FAA5C8AACD35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2338670791" sldId="2147483653"/>
              <ac:spMk id="3" creationId="{FFF95A6B-7001-1703-DA76-444E01DDC3FE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2338670791" sldId="2147483653"/>
              <ac:spMk id="4" creationId="{B197FDC9-A2DA-000C-BAAB-6F3B7E05E365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2338670791" sldId="2147483653"/>
              <ac:spMk id="5" creationId="{9E91A87E-347B-4FB6-1D2F-620662F70E20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2338670791" sldId="2147483653"/>
              <ac:spMk id="6" creationId="{1F3541EE-BFDF-CB6D-E8CD-4EFCA2065F12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2338670791" sldId="2147483653"/>
              <ac:spMk id="7" creationId="{436C2085-DC39-1B5A-CCEC-09B3C5C2E7A2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2338670791" sldId="2147483653"/>
              <ac:spMk id="8" creationId="{FBEF0F24-C873-B82D-A85E-6D2D75718BF7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2338670791" sldId="2147483653"/>
              <ac:spMk id="9" creationId="{3F0BE996-978D-1930-BA5E-BEF4EE727479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49:34.932" v="53" actId="26606"/>
          <pc:sldLayoutMkLst>
            <pc:docMk/>
            <pc:sldMasterMk cId="0" sldId="2147483648"/>
            <pc:sldLayoutMk cId="3972475290" sldId="2147483654"/>
          </pc:sldLayoutMkLst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3972475290" sldId="2147483654"/>
              <ac:spMk id="2" creationId="{EA5040BE-6008-78E5-30C1-FD03AB321C16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3972475290" sldId="2147483654"/>
              <ac:spMk id="3" creationId="{22AB3FE9-C1C1-AA7D-ED8E-8FBAE7A9C21B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3972475290" sldId="2147483654"/>
              <ac:spMk id="4" creationId="{8453DEFA-F540-5341-A5AC-9764EAE2237F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3972475290" sldId="2147483654"/>
              <ac:spMk id="5" creationId="{3A7293FA-E99B-6A4E-6EFF-E866E38A7361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49:34.932" v="53" actId="26606"/>
          <pc:sldLayoutMkLst>
            <pc:docMk/>
            <pc:sldMasterMk cId="0" sldId="2147483648"/>
            <pc:sldLayoutMk cId="1126344799" sldId="2147483655"/>
          </pc:sldLayoutMkLst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1126344799" sldId="2147483655"/>
              <ac:spMk id="2" creationId="{5F5D919A-05EF-7F1F-DF7D-18FAFCF7F222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1126344799" sldId="2147483655"/>
              <ac:spMk id="3" creationId="{8673634A-4816-8160-2C44-E64DC6F97F60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1126344799" sldId="2147483655"/>
              <ac:spMk id="4" creationId="{76150AF3-7BBF-29C7-ED34-4F1D9E4D5385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49:34.932" v="53" actId="26606"/>
          <pc:sldLayoutMkLst>
            <pc:docMk/>
            <pc:sldMasterMk cId="0" sldId="2147483648"/>
            <pc:sldLayoutMk cId="3502508426" sldId="2147483656"/>
          </pc:sldLayoutMkLst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3502508426" sldId="2147483656"/>
              <ac:spMk id="2" creationId="{D1007300-FE40-456D-9B2B-9ED50F4A60E3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3502508426" sldId="2147483656"/>
              <ac:spMk id="3" creationId="{182834D7-F5F4-9B02-2E73-4B47AEE50E05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3502508426" sldId="2147483656"/>
              <ac:spMk id="4" creationId="{720CCEF7-0C1B-82E2-F3A3-D22A008A8A3B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3502508426" sldId="2147483656"/>
              <ac:spMk id="5" creationId="{1121A2B6-18F0-0E3D-C185-44794D2B3D96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3502508426" sldId="2147483656"/>
              <ac:spMk id="6" creationId="{8B95011A-6367-80EC-86B6-0ACF0A265F85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3502508426" sldId="2147483656"/>
              <ac:spMk id="7" creationId="{36615B75-1AFB-50E4-E4A8-B678A37BF62B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49:34.932" v="53" actId="26606"/>
          <pc:sldLayoutMkLst>
            <pc:docMk/>
            <pc:sldMasterMk cId="0" sldId="2147483648"/>
            <pc:sldLayoutMk cId="1159696054" sldId="2147483657"/>
          </pc:sldLayoutMkLst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1159696054" sldId="2147483657"/>
              <ac:spMk id="2" creationId="{9567D9FB-548F-8092-775F-EDE69755AFA2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1159696054" sldId="2147483657"/>
              <ac:spMk id="3" creationId="{305C507A-369C-F6EC-3B63-0619F05937D5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1159696054" sldId="2147483657"/>
              <ac:spMk id="4" creationId="{6908D84C-C8CC-432E-F5A2-52B34850C651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1159696054" sldId="2147483657"/>
              <ac:spMk id="5" creationId="{22A90CA3-2A50-B4AB-E4CD-621371F6F5DC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1159696054" sldId="2147483657"/>
              <ac:spMk id="6" creationId="{D45E4727-4413-2B9A-3023-3A915CD4F2ED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1159696054" sldId="2147483657"/>
              <ac:spMk id="7" creationId="{9401C2C8-7917-07B8-2B64-F95EC846D223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49:34.932" v="53" actId="26606"/>
          <pc:sldLayoutMkLst>
            <pc:docMk/>
            <pc:sldMasterMk cId="0" sldId="2147483648"/>
            <pc:sldLayoutMk cId="3609054435" sldId="2147483658"/>
          </pc:sldLayoutMkLst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3609054435" sldId="2147483658"/>
              <ac:spMk id="2" creationId="{59F76166-B786-B7D1-681D-D82F9010C4F7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3609054435" sldId="2147483658"/>
              <ac:spMk id="3" creationId="{F4B4D830-E685-F0A5-5BDE-BC765B7FF32E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3609054435" sldId="2147483658"/>
              <ac:spMk id="4" creationId="{425BA4EB-D59B-E686-06B9-435844F92A33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3609054435" sldId="2147483658"/>
              <ac:spMk id="5" creationId="{261272F3-B53F-C869-0B68-EDF3165E4D3E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3609054435" sldId="2147483658"/>
              <ac:spMk id="6" creationId="{F9ACE7E6-081C-9BBA-C6BB-CBE2255B02A4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49:34.932" v="53" actId="26606"/>
          <pc:sldLayoutMkLst>
            <pc:docMk/>
            <pc:sldMasterMk cId="0" sldId="2147483648"/>
            <pc:sldLayoutMk cId="2632093646" sldId="2147483659"/>
          </pc:sldLayoutMkLst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2632093646" sldId="2147483659"/>
              <ac:spMk id="2" creationId="{EDC4896E-16A4-AED6-93EA-734E24C71A18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2632093646" sldId="2147483659"/>
              <ac:spMk id="3" creationId="{F6CADDA2-9B01-526C-C267-FC9F8756998C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2632093646" sldId="2147483659"/>
              <ac:spMk id="4" creationId="{6D550516-ED5F-6338-3499-C205B9152D46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2632093646" sldId="2147483659"/>
              <ac:spMk id="5" creationId="{9788D61A-B0FC-78E7-0298-F1A3669E4EEE}"/>
            </ac:spMkLst>
          </pc:spChg>
          <pc:spChg chg="mod">
            <ac:chgData name="Tapia, Annabel" userId="33ee712a-9595-49fc-b4e7-5b029abc55c2" providerId="ADAL" clId="{BC793F75-25DF-4F55-8A74-5DA347DDC98F}" dt="2026-09-21T23:49:34.932" v="53" actId="26606"/>
            <ac:spMkLst>
              <pc:docMk/>
              <pc:sldMasterMk cId="0" sldId="2147483648"/>
              <pc:sldLayoutMk cId="2632093646" sldId="2147483659"/>
              <ac:spMk id="6" creationId="{C2E44B72-769E-366B-757E-0328E741FFD0}"/>
            </ac:spMkLst>
          </pc:spChg>
        </pc:sldLayoutChg>
      </pc:sldMasterChg>
      <pc:sldMasterChg chg="add del replId addSldLayout delSldLayout modSldLayout sldLayoutOrd">
        <pc:chgData name="Tapia, Annabel" userId="33ee712a-9595-49fc-b4e7-5b029abc55c2" providerId="ADAL" clId="{BC793F75-25DF-4F55-8A74-5DA347DDC98F}" dt="2026-09-21T23:21:58.561" v="45" actId="26606"/>
        <pc:sldMasterMkLst>
          <pc:docMk/>
          <pc:sldMasterMk cId="0" sldId="2147483660"/>
        </pc:sldMasterMkLst>
        <pc:sldLayoutChg chg="modSp del mod ord">
          <pc:chgData name="Tapia, Annabel" userId="33ee712a-9595-49fc-b4e7-5b029abc55c2" providerId="ADAL" clId="{BC793F75-25DF-4F55-8A74-5DA347DDC98F}" dt="2026-09-21T23:19:25.542" v="40" actId="26606"/>
          <pc:sldLayoutMkLst>
            <pc:docMk/>
            <pc:sldMasterMk cId="0" sldId="2147483660"/>
            <pc:sldLayoutMk cId="879118849" sldId="2147483650"/>
          </pc:sldLayoutMkLst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879118849" sldId="2147483650"/>
              <ac:spMk id="2" creationId="{CDCC805F-1FC2-CDC4-485A-287447833AB4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879118849" sldId="2147483650"/>
              <ac:spMk id="3" creationId="{41423320-A2CC-001A-8D8C-2915F980A6A4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879118849" sldId="2147483650"/>
              <ac:spMk id="4" creationId="{DC4143FC-169B-981D-540C-E18ABE7AA319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879118849" sldId="2147483650"/>
              <ac:spMk id="5" creationId="{500C9360-3C0A-31B2-5467-1D69D254DF2C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879118849" sldId="2147483650"/>
              <ac:spMk id="6" creationId="{ACFABAE5-6E8B-B54C-0640-8CF5DC928908}"/>
            </ac:spMkLst>
          </pc:spChg>
        </pc:sldLayoutChg>
        <pc:sldLayoutChg chg="modSp del mod ord">
          <pc:chgData name="Tapia, Annabel" userId="33ee712a-9595-49fc-b4e7-5b029abc55c2" providerId="ADAL" clId="{BC793F75-25DF-4F55-8A74-5DA347DDC98F}" dt="2026-09-21T23:19:25.542" v="40" actId="26606"/>
          <pc:sldLayoutMkLst>
            <pc:docMk/>
            <pc:sldMasterMk cId="0" sldId="2147483660"/>
            <pc:sldLayoutMk cId="2173993843" sldId="2147483651"/>
          </pc:sldLayoutMkLst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2173993843" sldId="2147483651"/>
              <ac:spMk id="2" creationId="{6FE867B7-DFE8-CFC8-9ACF-1E7A8ED7716B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2173993843" sldId="2147483651"/>
              <ac:spMk id="3" creationId="{1F646DF2-BEA0-FA19-AA9F-2F782D56C692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2173993843" sldId="2147483651"/>
              <ac:spMk id="4" creationId="{B3DF44D2-AAB1-52A1-F964-640CAE18606F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2173993843" sldId="2147483651"/>
              <ac:spMk id="5" creationId="{57FCCAA7-ED9B-AC0E-415A-18D22195B7A6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2173993843" sldId="2147483651"/>
              <ac:spMk id="6" creationId="{9775E468-4135-CAB4-28DF-09CADF0DF965}"/>
            </ac:spMkLst>
          </pc:spChg>
        </pc:sldLayoutChg>
        <pc:sldLayoutChg chg="modSp del mod ord">
          <pc:chgData name="Tapia, Annabel" userId="33ee712a-9595-49fc-b4e7-5b029abc55c2" providerId="ADAL" clId="{BC793F75-25DF-4F55-8A74-5DA347DDC98F}" dt="2026-09-21T23:19:25.542" v="40" actId="26606"/>
          <pc:sldLayoutMkLst>
            <pc:docMk/>
            <pc:sldMasterMk cId="0" sldId="2147483660"/>
            <pc:sldLayoutMk cId="2329193387" sldId="2147483652"/>
          </pc:sldLayoutMkLst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2329193387" sldId="2147483652"/>
              <ac:spMk id="2" creationId="{482A4AF7-E432-7753-8EBF-4ECADE397263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2329193387" sldId="2147483652"/>
              <ac:spMk id="3" creationId="{E3A50E3E-8338-BDE6-8A4F-0D07334D81C7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2329193387" sldId="2147483652"/>
              <ac:spMk id="4" creationId="{4025191E-310C-E6DE-8F0B-E4732031AD58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2329193387" sldId="2147483652"/>
              <ac:spMk id="5" creationId="{84F2DF7A-97EF-E388-E26F-DE96D994496D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2329193387" sldId="2147483652"/>
              <ac:spMk id="6" creationId="{C898A230-FA01-3710-3880-AEAC5D29401D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2329193387" sldId="2147483652"/>
              <ac:spMk id="7" creationId="{2F989DFE-4242-BC79-D258-DFEC16BDB68B}"/>
            </ac:spMkLst>
          </pc:spChg>
        </pc:sldLayoutChg>
        <pc:sldLayoutChg chg="modSp del mod ord">
          <pc:chgData name="Tapia, Annabel" userId="33ee712a-9595-49fc-b4e7-5b029abc55c2" providerId="ADAL" clId="{BC793F75-25DF-4F55-8A74-5DA347DDC98F}" dt="2026-09-21T23:19:25.542" v="40" actId="26606"/>
          <pc:sldLayoutMkLst>
            <pc:docMk/>
            <pc:sldMasterMk cId="0" sldId="2147483660"/>
            <pc:sldLayoutMk cId="2338670791" sldId="2147483653"/>
          </pc:sldLayoutMkLst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2338670791" sldId="2147483653"/>
              <ac:spMk id="2" creationId="{4015A6BE-BB76-FF4D-B8E6-FAA5C8AACD35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2338670791" sldId="2147483653"/>
              <ac:spMk id="3" creationId="{FFF95A6B-7001-1703-DA76-444E01DDC3FE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2338670791" sldId="2147483653"/>
              <ac:spMk id="4" creationId="{B197FDC9-A2DA-000C-BAAB-6F3B7E05E365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2338670791" sldId="2147483653"/>
              <ac:spMk id="5" creationId="{9E91A87E-347B-4FB6-1D2F-620662F70E20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2338670791" sldId="2147483653"/>
              <ac:spMk id="6" creationId="{1F3541EE-BFDF-CB6D-E8CD-4EFCA2065F12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2338670791" sldId="2147483653"/>
              <ac:spMk id="7" creationId="{436C2085-DC39-1B5A-CCEC-09B3C5C2E7A2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2338670791" sldId="2147483653"/>
              <ac:spMk id="8" creationId="{FBEF0F24-C873-B82D-A85E-6D2D75718BF7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2338670791" sldId="2147483653"/>
              <ac:spMk id="9" creationId="{3F0BE996-978D-1930-BA5E-BEF4EE727479}"/>
            </ac:spMkLst>
          </pc:spChg>
        </pc:sldLayoutChg>
        <pc:sldLayoutChg chg="modSp del mod ord">
          <pc:chgData name="Tapia, Annabel" userId="33ee712a-9595-49fc-b4e7-5b029abc55c2" providerId="ADAL" clId="{BC793F75-25DF-4F55-8A74-5DA347DDC98F}" dt="2026-09-21T23:19:25.542" v="40" actId="26606"/>
          <pc:sldLayoutMkLst>
            <pc:docMk/>
            <pc:sldMasterMk cId="0" sldId="2147483660"/>
            <pc:sldLayoutMk cId="3972475290" sldId="2147483654"/>
          </pc:sldLayoutMkLst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3972475290" sldId="2147483654"/>
              <ac:spMk id="2" creationId="{EA5040BE-6008-78E5-30C1-FD03AB321C16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3972475290" sldId="2147483654"/>
              <ac:spMk id="3" creationId="{22AB3FE9-C1C1-AA7D-ED8E-8FBAE7A9C21B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3972475290" sldId="2147483654"/>
              <ac:spMk id="4" creationId="{8453DEFA-F540-5341-A5AC-9764EAE2237F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3972475290" sldId="2147483654"/>
              <ac:spMk id="5" creationId="{3A7293FA-E99B-6A4E-6EFF-E866E38A7361}"/>
            </ac:spMkLst>
          </pc:spChg>
        </pc:sldLayoutChg>
        <pc:sldLayoutChg chg="modSp del mod ord">
          <pc:chgData name="Tapia, Annabel" userId="33ee712a-9595-49fc-b4e7-5b029abc55c2" providerId="ADAL" clId="{BC793F75-25DF-4F55-8A74-5DA347DDC98F}" dt="2026-09-21T23:19:25.542" v="40" actId="26606"/>
          <pc:sldLayoutMkLst>
            <pc:docMk/>
            <pc:sldMasterMk cId="0" sldId="2147483660"/>
            <pc:sldLayoutMk cId="1126344799" sldId="2147483655"/>
          </pc:sldLayoutMkLst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1126344799" sldId="2147483655"/>
              <ac:spMk id="2" creationId="{5F5D919A-05EF-7F1F-DF7D-18FAFCF7F222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1126344799" sldId="2147483655"/>
              <ac:spMk id="3" creationId="{8673634A-4816-8160-2C44-E64DC6F97F60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1126344799" sldId="2147483655"/>
              <ac:spMk id="4" creationId="{76150AF3-7BBF-29C7-ED34-4F1D9E4D5385}"/>
            </ac:spMkLst>
          </pc:spChg>
        </pc:sldLayoutChg>
        <pc:sldLayoutChg chg="modSp del mod ord">
          <pc:chgData name="Tapia, Annabel" userId="33ee712a-9595-49fc-b4e7-5b029abc55c2" providerId="ADAL" clId="{BC793F75-25DF-4F55-8A74-5DA347DDC98F}" dt="2026-09-21T23:19:25.542" v="40" actId="26606"/>
          <pc:sldLayoutMkLst>
            <pc:docMk/>
            <pc:sldMasterMk cId="0" sldId="2147483660"/>
            <pc:sldLayoutMk cId="3502508426" sldId="2147483656"/>
          </pc:sldLayoutMkLst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3502508426" sldId="2147483656"/>
              <ac:spMk id="2" creationId="{D1007300-FE40-456D-9B2B-9ED50F4A60E3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3502508426" sldId="2147483656"/>
              <ac:spMk id="3" creationId="{182834D7-F5F4-9B02-2E73-4B47AEE50E05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3502508426" sldId="2147483656"/>
              <ac:spMk id="4" creationId="{720CCEF7-0C1B-82E2-F3A3-D22A008A8A3B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3502508426" sldId="2147483656"/>
              <ac:spMk id="5" creationId="{1121A2B6-18F0-0E3D-C185-44794D2B3D96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3502508426" sldId="2147483656"/>
              <ac:spMk id="6" creationId="{8B95011A-6367-80EC-86B6-0ACF0A265F85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3502508426" sldId="2147483656"/>
              <ac:spMk id="7" creationId="{36615B75-1AFB-50E4-E4A8-B678A37BF62B}"/>
            </ac:spMkLst>
          </pc:spChg>
        </pc:sldLayoutChg>
        <pc:sldLayoutChg chg="modSp del mod ord">
          <pc:chgData name="Tapia, Annabel" userId="33ee712a-9595-49fc-b4e7-5b029abc55c2" providerId="ADAL" clId="{BC793F75-25DF-4F55-8A74-5DA347DDC98F}" dt="2026-09-21T23:19:25.542" v="40" actId="26606"/>
          <pc:sldLayoutMkLst>
            <pc:docMk/>
            <pc:sldMasterMk cId="0" sldId="2147483660"/>
            <pc:sldLayoutMk cId="1159696054" sldId="2147483657"/>
          </pc:sldLayoutMkLst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1159696054" sldId="2147483657"/>
              <ac:spMk id="2" creationId="{9567D9FB-548F-8092-775F-EDE69755AFA2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1159696054" sldId="2147483657"/>
              <ac:spMk id="3" creationId="{305C507A-369C-F6EC-3B63-0619F05937D5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1159696054" sldId="2147483657"/>
              <ac:spMk id="4" creationId="{6908D84C-C8CC-432E-F5A2-52B34850C651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1159696054" sldId="2147483657"/>
              <ac:spMk id="5" creationId="{22A90CA3-2A50-B4AB-E4CD-621371F6F5DC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1159696054" sldId="2147483657"/>
              <ac:spMk id="6" creationId="{D45E4727-4413-2B9A-3023-3A915CD4F2ED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1159696054" sldId="2147483657"/>
              <ac:spMk id="7" creationId="{9401C2C8-7917-07B8-2B64-F95EC846D223}"/>
            </ac:spMkLst>
          </pc:spChg>
        </pc:sldLayoutChg>
        <pc:sldLayoutChg chg="modSp del mod ord">
          <pc:chgData name="Tapia, Annabel" userId="33ee712a-9595-49fc-b4e7-5b029abc55c2" providerId="ADAL" clId="{BC793F75-25DF-4F55-8A74-5DA347DDC98F}" dt="2026-09-21T23:19:25.542" v="40" actId="26606"/>
          <pc:sldLayoutMkLst>
            <pc:docMk/>
            <pc:sldMasterMk cId="0" sldId="2147483660"/>
            <pc:sldLayoutMk cId="3609054435" sldId="2147483658"/>
          </pc:sldLayoutMkLst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3609054435" sldId="2147483658"/>
              <ac:spMk id="2" creationId="{59F76166-B786-B7D1-681D-D82F9010C4F7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3609054435" sldId="2147483658"/>
              <ac:spMk id="3" creationId="{F4B4D830-E685-F0A5-5BDE-BC765B7FF32E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3609054435" sldId="2147483658"/>
              <ac:spMk id="4" creationId="{425BA4EB-D59B-E686-06B9-435844F92A33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3609054435" sldId="2147483658"/>
              <ac:spMk id="5" creationId="{261272F3-B53F-C869-0B68-EDF3165E4D3E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3609054435" sldId="2147483658"/>
              <ac:spMk id="6" creationId="{F9ACE7E6-081C-9BBA-C6BB-CBE2255B02A4}"/>
            </ac:spMkLst>
          </pc:spChg>
        </pc:sldLayoutChg>
        <pc:sldLayoutChg chg="modSp del mod ord">
          <pc:chgData name="Tapia, Annabel" userId="33ee712a-9595-49fc-b4e7-5b029abc55c2" providerId="ADAL" clId="{BC793F75-25DF-4F55-8A74-5DA347DDC98F}" dt="2026-09-21T23:19:25.542" v="40" actId="26606"/>
          <pc:sldLayoutMkLst>
            <pc:docMk/>
            <pc:sldMasterMk cId="0" sldId="2147483660"/>
            <pc:sldLayoutMk cId="2632093646" sldId="2147483659"/>
          </pc:sldLayoutMkLst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2632093646" sldId="2147483659"/>
              <ac:spMk id="2" creationId="{EDC4896E-16A4-AED6-93EA-734E24C71A18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2632093646" sldId="2147483659"/>
              <ac:spMk id="3" creationId="{F6CADDA2-9B01-526C-C267-FC9F8756998C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2632093646" sldId="2147483659"/>
              <ac:spMk id="4" creationId="{6D550516-ED5F-6338-3499-C205B9152D46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2632093646" sldId="2147483659"/>
              <ac:spMk id="5" creationId="{9788D61A-B0FC-78E7-0298-F1A3669E4EEE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2632093646" sldId="2147483659"/>
              <ac:spMk id="6" creationId="{C2E44B72-769E-366B-757E-0328E741FFD0}"/>
            </ac:spMkLst>
          </pc:spChg>
        </pc:sldLayoutChg>
        <pc:sldLayoutChg chg="add replId">
          <pc:chgData name="Tapia, Annabel" userId="33ee712a-9595-49fc-b4e7-5b029abc55c2" providerId="ADAL" clId="{BC793F75-25DF-4F55-8A74-5DA347DDC98F}" dt="2026-09-21T23:21:58.454" v="44" actId="26606"/>
          <pc:sldLayoutMkLst>
            <pc:docMk/>
            <pc:sldMasterMk cId="0" sldId="2147483660"/>
            <pc:sldLayoutMk cId="0" sldId="2147483661"/>
          </pc:sldLayoutMkLst>
        </pc:sldLayoutChg>
        <pc:sldLayoutChg chg="modSp del mod ord">
          <pc:chgData name="Tapia, Annabel" userId="33ee712a-9595-49fc-b4e7-5b029abc55c2" providerId="ADAL" clId="{BC793F75-25DF-4F55-8A74-5DA347DDC98F}" dt="2026-09-21T23:19:25.542" v="40" actId="26606"/>
          <pc:sldLayoutMkLst>
            <pc:docMk/>
            <pc:sldMasterMk cId="0" sldId="2147483660"/>
            <pc:sldLayoutMk cId="885161940" sldId="2147483661"/>
          </pc:sldLayoutMkLst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885161940" sldId="2147483661"/>
              <ac:spMk id="2" creationId="{D5AF3BAA-5379-AB10-C8A5-42A0DA50365E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885161940" sldId="2147483661"/>
              <ac:spMk id="3" creationId="{221B6D03-B5C1-DE70-DBCB-EDEEEC80B89A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885161940" sldId="2147483661"/>
              <ac:spMk id="4" creationId="{505F8914-327C-2BE3-3751-857C14221316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885161940" sldId="2147483661"/>
              <ac:spMk id="5" creationId="{5B45A17E-B506-34D4-53AC-32F54423A9AD}"/>
            </ac:spMkLst>
          </pc:spChg>
          <pc:spChg chg="mod">
            <ac:chgData name="Tapia, Annabel" userId="33ee712a-9595-49fc-b4e7-5b029abc55c2" providerId="ADAL" clId="{BC793F75-25DF-4F55-8A74-5DA347DDC98F}" dt="2026-09-21T23:19:25.542" v="40" actId="26606"/>
            <ac:spMkLst>
              <pc:docMk/>
              <pc:sldMasterMk cId="0" sldId="2147483660"/>
              <pc:sldLayoutMk cId="885161940" sldId="2147483661"/>
              <ac:spMk id="6" creationId="{B37A8CAA-10B9-68D7-FD9C-049B1379CC1F}"/>
            </ac:spMkLst>
          </pc:spChg>
        </pc:sldLayoutChg>
      </pc:sldMasterChg>
      <pc:sldMasterChg chg="add del replId addSldLayout delSldLayout modSldLayout sldLayoutOrd">
        <pc:chgData name="Tapia, Annabel" userId="33ee712a-9595-49fc-b4e7-5b029abc55c2" providerId="ADAL" clId="{BC793F75-25DF-4F55-8A74-5DA347DDC98F}" dt="2026-09-21T23:31:13.424" v="49" actId="26606"/>
        <pc:sldMasterMkLst>
          <pc:docMk/>
          <pc:sldMasterMk cId="0" sldId="2147483660"/>
        </pc:sldMasterMkLst>
        <pc:sldLayoutChg chg="add">
          <pc:chgData name="Tapia, Annabel" userId="33ee712a-9595-49fc-b4e7-5b029abc55c2" providerId="ADAL" clId="{BC793F75-25DF-4F55-8A74-5DA347DDC98F}" dt="2026-09-21T23:21:58.561" v="45" actId="26606"/>
          <pc:sldLayoutMkLst>
            <pc:docMk/>
            <pc:sldMasterMk cId="0" sldId="2147483648"/>
            <pc:sldLayoutMk cId="885161940" sldId="2147483649"/>
          </pc:sldLayoutMkLst>
        </pc:sldLayoutChg>
        <pc:sldLayoutChg chg="add">
          <pc:chgData name="Tapia, Annabel" userId="33ee712a-9595-49fc-b4e7-5b029abc55c2" providerId="ADAL" clId="{BC793F75-25DF-4F55-8A74-5DA347DDC98F}" dt="2026-09-21T23:21:58.561" v="45" actId="26606"/>
          <pc:sldLayoutMkLst>
            <pc:docMk/>
            <pc:sldMasterMk cId="0" sldId="2147483648"/>
            <pc:sldLayoutMk cId="879118849" sldId="2147483650"/>
          </pc:sldLayoutMkLst>
        </pc:sldLayoutChg>
        <pc:sldLayoutChg chg="add">
          <pc:chgData name="Tapia, Annabel" userId="33ee712a-9595-49fc-b4e7-5b029abc55c2" providerId="ADAL" clId="{BC793F75-25DF-4F55-8A74-5DA347DDC98F}" dt="2026-09-21T23:21:58.561" v="45" actId="26606"/>
          <pc:sldLayoutMkLst>
            <pc:docMk/>
            <pc:sldMasterMk cId="0" sldId="2147483648"/>
            <pc:sldLayoutMk cId="2173993843" sldId="2147483651"/>
          </pc:sldLayoutMkLst>
        </pc:sldLayoutChg>
        <pc:sldLayoutChg chg="add">
          <pc:chgData name="Tapia, Annabel" userId="33ee712a-9595-49fc-b4e7-5b029abc55c2" providerId="ADAL" clId="{BC793F75-25DF-4F55-8A74-5DA347DDC98F}" dt="2026-09-21T23:21:58.561" v="45" actId="26606"/>
          <pc:sldLayoutMkLst>
            <pc:docMk/>
            <pc:sldMasterMk cId="0" sldId="2147483648"/>
            <pc:sldLayoutMk cId="2329193387" sldId="2147483652"/>
          </pc:sldLayoutMkLst>
        </pc:sldLayoutChg>
        <pc:sldLayoutChg chg="add">
          <pc:chgData name="Tapia, Annabel" userId="33ee712a-9595-49fc-b4e7-5b029abc55c2" providerId="ADAL" clId="{BC793F75-25DF-4F55-8A74-5DA347DDC98F}" dt="2026-09-21T23:21:58.561" v="45" actId="26606"/>
          <pc:sldLayoutMkLst>
            <pc:docMk/>
            <pc:sldMasterMk cId="0" sldId="2147483648"/>
            <pc:sldLayoutMk cId="2338670791" sldId="2147483653"/>
          </pc:sldLayoutMkLst>
        </pc:sldLayoutChg>
        <pc:sldLayoutChg chg="add">
          <pc:chgData name="Tapia, Annabel" userId="33ee712a-9595-49fc-b4e7-5b029abc55c2" providerId="ADAL" clId="{BC793F75-25DF-4F55-8A74-5DA347DDC98F}" dt="2026-09-21T23:21:58.561" v="45" actId="26606"/>
          <pc:sldLayoutMkLst>
            <pc:docMk/>
            <pc:sldMasterMk cId="0" sldId="2147483648"/>
            <pc:sldLayoutMk cId="3972475290" sldId="2147483654"/>
          </pc:sldLayoutMkLst>
        </pc:sldLayoutChg>
        <pc:sldLayoutChg chg="add">
          <pc:chgData name="Tapia, Annabel" userId="33ee712a-9595-49fc-b4e7-5b029abc55c2" providerId="ADAL" clId="{BC793F75-25DF-4F55-8A74-5DA347DDC98F}" dt="2026-09-21T23:21:58.561" v="45" actId="26606"/>
          <pc:sldLayoutMkLst>
            <pc:docMk/>
            <pc:sldMasterMk cId="0" sldId="2147483648"/>
            <pc:sldLayoutMk cId="1126344799" sldId="2147483655"/>
          </pc:sldLayoutMkLst>
        </pc:sldLayoutChg>
        <pc:sldLayoutChg chg="add">
          <pc:chgData name="Tapia, Annabel" userId="33ee712a-9595-49fc-b4e7-5b029abc55c2" providerId="ADAL" clId="{BC793F75-25DF-4F55-8A74-5DA347DDC98F}" dt="2026-09-21T23:21:58.561" v="45" actId="26606"/>
          <pc:sldLayoutMkLst>
            <pc:docMk/>
            <pc:sldMasterMk cId="0" sldId="2147483648"/>
            <pc:sldLayoutMk cId="3502508426" sldId="2147483656"/>
          </pc:sldLayoutMkLst>
        </pc:sldLayoutChg>
        <pc:sldLayoutChg chg="add">
          <pc:chgData name="Tapia, Annabel" userId="33ee712a-9595-49fc-b4e7-5b029abc55c2" providerId="ADAL" clId="{BC793F75-25DF-4F55-8A74-5DA347DDC98F}" dt="2026-09-21T23:21:58.561" v="45" actId="26606"/>
          <pc:sldLayoutMkLst>
            <pc:docMk/>
            <pc:sldMasterMk cId="0" sldId="2147483648"/>
            <pc:sldLayoutMk cId="1159696054" sldId="2147483657"/>
          </pc:sldLayoutMkLst>
        </pc:sldLayoutChg>
        <pc:sldLayoutChg chg="add">
          <pc:chgData name="Tapia, Annabel" userId="33ee712a-9595-49fc-b4e7-5b029abc55c2" providerId="ADAL" clId="{BC793F75-25DF-4F55-8A74-5DA347DDC98F}" dt="2026-09-21T23:21:58.561" v="45" actId="26606"/>
          <pc:sldLayoutMkLst>
            <pc:docMk/>
            <pc:sldMasterMk cId="0" sldId="2147483648"/>
            <pc:sldLayoutMk cId="3609054435" sldId="2147483658"/>
          </pc:sldLayoutMkLst>
        </pc:sldLayoutChg>
        <pc:sldLayoutChg chg="add">
          <pc:chgData name="Tapia, Annabel" userId="33ee712a-9595-49fc-b4e7-5b029abc55c2" providerId="ADAL" clId="{BC793F75-25DF-4F55-8A74-5DA347DDC98F}" dt="2026-09-21T23:21:58.561" v="45" actId="26606"/>
          <pc:sldLayoutMkLst>
            <pc:docMk/>
            <pc:sldMasterMk cId="0" sldId="2147483648"/>
            <pc:sldLayoutMk cId="2632093646" sldId="2147483659"/>
          </pc:sldLayoutMkLst>
        </pc:sldLayoutChg>
        <pc:sldLayoutChg chg="del mod ord">
          <pc:chgData name="Tapia, Annabel" userId="33ee712a-9595-49fc-b4e7-5b029abc55c2" providerId="ADAL" clId="{BC793F75-25DF-4F55-8A74-5DA347DDC98F}" dt="2026-09-21T23:21:58.561" v="45" actId="26606"/>
          <pc:sldLayoutMkLst>
            <pc:docMk/>
            <pc:sldMasterMk cId="0" sldId="2147483660"/>
            <pc:sldLayoutMk cId="0" sldId="2147483661"/>
          </pc:sldLayoutMkLst>
        </pc:sldLayoutChg>
      </pc:sldMasterChg>
      <pc:sldMasterChg chg="add del replId modSldLayout sldLayoutOrd">
        <pc:chgData name="Tapia, Annabel" userId="33ee712a-9595-49fc-b4e7-5b029abc55c2" providerId="ADAL" clId="{BC793F75-25DF-4F55-8A74-5DA347DDC98F}" dt="2026-09-21T23:49:34.932" v="53" actId="26606"/>
        <pc:sldMasterMkLst>
          <pc:docMk/>
          <pc:sldMasterMk cId="0" sldId="2147483660"/>
        </pc:sldMasterMkLst>
        <pc:sldLayoutChg chg="modSp mod ord">
          <pc:chgData name="Tapia, Annabel" userId="33ee712a-9595-49fc-b4e7-5b029abc55c2" providerId="ADAL" clId="{BC793F75-25DF-4F55-8A74-5DA347DDC98F}" dt="2026-09-21T23:49:33.152" v="52" actId="26606"/>
          <pc:sldLayoutMkLst>
            <pc:docMk/>
            <pc:sldMasterMk cId="0" sldId="2147483648"/>
            <pc:sldLayoutMk cId="885161940" sldId="2147483649"/>
          </pc:sldLayoutMkLst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885161940" sldId="2147483649"/>
              <ac:spMk id="2" creationId="{D5AF3BAA-5379-AB10-C8A5-42A0DA50365E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885161940" sldId="2147483649"/>
              <ac:spMk id="3" creationId="{221B6D03-B5C1-DE70-DBCB-EDEEEC80B89A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885161940" sldId="2147483649"/>
              <ac:spMk id="4" creationId="{505F8914-327C-2BE3-3751-857C14221316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885161940" sldId="2147483649"/>
              <ac:spMk id="5" creationId="{5B45A17E-B506-34D4-53AC-32F54423A9AD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885161940" sldId="2147483649"/>
              <ac:spMk id="6" creationId="{B37A8CAA-10B9-68D7-FD9C-049B1379CC1F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49:33.152" v="52" actId="26606"/>
          <pc:sldLayoutMkLst>
            <pc:docMk/>
            <pc:sldMasterMk cId="0" sldId="2147483648"/>
            <pc:sldLayoutMk cId="879118849" sldId="2147483650"/>
          </pc:sldLayoutMkLst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879118849" sldId="2147483650"/>
              <ac:spMk id="2" creationId="{CDCC805F-1FC2-CDC4-485A-287447833AB4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879118849" sldId="2147483650"/>
              <ac:spMk id="3" creationId="{41423320-A2CC-001A-8D8C-2915F980A6A4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879118849" sldId="2147483650"/>
              <ac:spMk id="4" creationId="{DC4143FC-169B-981D-540C-E18ABE7AA319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879118849" sldId="2147483650"/>
              <ac:spMk id="5" creationId="{500C9360-3C0A-31B2-5467-1D69D254DF2C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879118849" sldId="2147483650"/>
              <ac:spMk id="6" creationId="{ACFABAE5-6E8B-B54C-0640-8CF5DC928908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49:33.152" v="52" actId="26606"/>
          <pc:sldLayoutMkLst>
            <pc:docMk/>
            <pc:sldMasterMk cId="0" sldId="2147483648"/>
            <pc:sldLayoutMk cId="2173993843" sldId="2147483651"/>
          </pc:sldLayoutMkLst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2173993843" sldId="2147483651"/>
              <ac:spMk id="2" creationId="{6FE867B7-DFE8-CFC8-9ACF-1E7A8ED7716B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2173993843" sldId="2147483651"/>
              <ac:spMk id="3" creationId="{1F646DF2-BEA0-FA19-AA9F-2F782D56C692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2173993843" sldId="2147483651"/>
              <ac:spMk id="4" creationId="{B3DF44D2-AAB1-52A1-F964-640CAE18606F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2173993843" sldId="2147483651"/>
              <ac:spMk id="5" creationId="{57FCCAA7-ED9B-AC0E-415A-18D22195B7A6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2173993843" sldId="2147483651"/>
              <ac:spMk id="6" creationId="{9775E468-4135-CAB4-28DF-09CADF0DF965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49:33.152" v="52" actId="26606"/>
          <pc:sldLayoutMkLst>
            <pc:docMk/>
            <pc:sldMasterMk cId="0" sldId="2147483648"/>
            <pc:sldLayoutMk cId="2329193387" sldId="2147483652"/>
          </pc:sldLayoutMkLst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2329193387" sldId="2147483652"/>
              <ac:spMk id="2" creationId="{482A4AF7-E432-7753-8EBF-4ECADE397263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2329193387" sldId="2147483652"/>
              <ac:spMk id="3" creationId="{E3A50E3E-8338-BDE6-8A4F-0D07334D81C7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2329193387" sldId="2147483652"/>
              <ac:spMk id="4" creationId="{4025191E-310C-E6DE-8F0B-E4732031AD58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2329193387" sldId="2147483652"/>
              <ac:spMk id="5" creationId="{84F2DF7A-97EF-E388-E26F-DE96D994496D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2329193387" sldId="2147483652"/>
              <ac:spMk id="6" creationId="{C898A230-FA01-3710-3880-AEAC5D29401D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2329193387" sldId="2147483652"/>
              <ac:spMk id="7" creationId="{2F989DFE-4242-BC79-D258-DFEC16BDB68B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49:33.152" v="52" actId="26606"/>
          <pc:sldLayoutMkLst>
            <pc:docMk/>
            <pc:sldMasterMk cId="0" sldId="2147483648"/>
            <pc:sldLayoutMk cId="2338670791" sldId="2147483653"/>
          </pc:sldLayoutMkLst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2338670791" sldId="2147483653"/>
              <ac:spMk id="2" creationId="{4015A6BE-BB76-FF4D-B8E6-FAA5C8AACD35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2338670791" sldId="2147483653"/>
              <ac:spMk id="3" creationId="{FFF95A6B-7001-1703-DA76-444E01DDC3FE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2338670791" sldId="2147483653"/>
              <ac:spMk id="4" creationId="{B197FDC9-A2DA-000C-BAAB-6F3B7E05E365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2338670791" sldId="2147483653"/>
              <ac:spMk id="5" creationId="{9E91A87E-347B-4FB6-1D2F-620662F70E20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2338670791" sldId="2147483653"/>
              <ac:spMk id="6" creationId="{1F3541EE-BFDF-CB6D-E8CD-4EFCA2065F12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2338670791" sldId="2147483653"/>
              <ac:spMk id="7" creationId="{436C2085-DC39-1B5A-CCEC-09B3C5C2E7A2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2338670791" sldId="2147483653"/>
              <ac:spMk id="8" creationId="{FBEF0F24-C873-B82D-A85E-6D2D75718BF7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2338670791" sldId="2147483653"/>
              <ac:spMk id="9" creationId="{3F0BE996-978D-1930-BA5E-BEF4EE727479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49:33.152" v="52" actId="26606"/>
          <pc:sldLayoutMkLst>
            <pc:docMk/>
            <pc:sldMasterMk cId="0" sldId="2147483648"/>
            <pc:sldLayoutMk cId="3972475290" sldId="2147483654"/>
          </pc:sldLayoutMkLst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3972475290" sldId="2147483654"/>
              <ac:spMk id="2" creationId="{EA5040BE-6008-78E5-30C1-FD03AB321C16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3972475290" sldId="2147483654"/>
              <ac:spMk id="3" creationId="{22AB3FE9-C1C1-AA7D-ED8E-8FBAE7A9C21B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3972475290" sldId="2147483654"/>
              <ac:spMk id="4" creationId="{8453DEFA-F540-5341-A5AC-9764EAE2237F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3972475290" sldId="2147483654"/>
              <ac:spMk id="5" creationId="{3A7293FA-E99B-6A4E-6EFF-E866E38A7361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49:33.152" v="52" actId="26606"/>
          <pc:sldLayoutMkLst>
            <pc:docMk/>
            <pc:sldMasterMk cId="0" sldId="2147483648"/>
            <pc:sldLayoutMk cId="1126344799" sldId="2147483655"/>
          </pc:sldLayoutMkLst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1126344799" sldId="2147483655"/>
              <ac:spMk id="2" creationId="{5F5D919A-05EF-7F1F-DF7D-18FAFCF7F222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1126344799" sldId="2147483655"/>
              <ac:spMk id="3" creationId="{8673634A-4816-8160-2C44-E64DC6F97F60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1126344799" sldId="2147483655"/>
              <ac:spMk id="4" creationId="{76150AF3-7BBF-29C7-ED34-4F1D9E4D5385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49:33.152" v="52" actId="26606"/>
          <pc:sldLayoutMkLst>
            <pc:docMk/>
            <pc:sldMasterMk cId="0" sldId="2147483648"/>
            <pc:sldLayoutMk cId="3502508426" sldId="2147483656"/>
          </pc:sldLayoutMkLst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3502508426" sldId="2147483656"/>
              <ac:spMk id="2" creationId="{D1007300-FE40-456D-9B2B-9ED50F4A60E3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3502508426" sldId="2147483656"/>
              <ac:spMk id="3" creationId="{182834D7-F5F4-9B02-2E73-4B47AEE50E05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3502508426" sldId="2147483656"/>
              <ac:spMk id="4" creationId="{720CCEF7-0C1B-82E2-F3A3-D22A008A8A3B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3502508426" sldId="2147483656"/>
              <ac:spMk id="5" creationId="{1121A2B6-18F0-0E3D-C185-44794D2B3D96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3502508426" sldId="2147483656"/>
              <ac:spMk id="6" creationId="{8B95011A-6367-80EC-86B6-0ACF0A265F85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3502508426" sldId="2147483656"/>
              <ac:spMk id="7" creationId="{36615B75-1AFB-50E4-E4A8-B678A37BF62B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49:33.152" v="52" actId="26606"/>
          <pc:sldLayoutMkLst>
            <pc:docMk/>
            <pc:sldMasterMk cId="0" sldId="2147483648"/>
            <pc:sldLayoutMk cId="1159696054" sldId="2147483657"/>
          </pc:sldLayoutMkLst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1159696054" sldId="2147483657"/>
              <ac:spMk id="2" creationId="{9567D9FB-548F-8092-775F-EDE69755AFA2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1159696054" sldId="2147483657"/>
              <ac:spMk id="3" creationId="{305C507A-369C-F6EC-3B63-0619F05937D5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1159696054" sldId="2147483657"/>
              <ac:spMk id="4" creationId="{6908D84C-C8CC-432E-F5A2-52B34850C651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1159696054" sldId="2147483657"/>
              <ac:spMk id="5" creationId="{22A90CA3-2A50-B4AB-E4CD-621371F6F5DC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1159696054" sldId="2147483657"/>
              <ac:spMk id="6" creationId="{D45E4727-4413-2B9A-3023-3A915CD4F2ED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1159696054" sldId="2147483657"/>
              <ac:spMk id="7" creationId="{9401C2C8-7917-07B8-2B64-F95EC846D223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49:33.152" v="52" actId="26606"/>
          <pc:sldLayoutMkLst>
            <pc:docMk/>
            <pc:sldMasterMk cId="0" sldId="2147483648"/>
            <pc:sldLayoutMk cId="3609054435" sldId="2147483658"/>
          </pc:sldLayoutMkLst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3609054435" sldId="2147483658"/>
              <ac:spMk id="2" creationId="{59F76166-B786-B7D1-681D-D82F9010C4F7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3609054435" sldId="2147483658"/>
              <ac:spMk id="3" creationId="{F4B4D830-E685-F0A5-5BDE-BC765B7FF32E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3609054435" sldId="2147483658"/>
              <ac:spMk id="4" creationId="{425BA4EB-D59B-E686-06B9-435844F92A33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3609054435" sldId="2147483658"/>
              <ac:spMk id="5" creationId="{261272F3-B53F-C869-0B68-EDF3165E4D3E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3609054435" sldId="2147483658"/>
              <ac:spMk id="6" creationId="{F9ACE7E6-081C-9BBA-C6BB-CBE2255B02A4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49:33.152" v="52" actId="26606"/>
          <pc:sldLayoutMkLst>
            <pc:docMk/>
            <pc:sldMasterMk cId="0" sldId="2147483648"/>
            <pc:sldLayoutMk cId="2632093646" sldId="2147483659"/>
          </pc:sldLayoutMkLst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2632093646" sldId="2147483659"/>
              <ac:spMk id="2" creationId="{EDC4896E-16A4-AED6-93EA-734E24C71A18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2632093646" sldId="2147483659"/>
              <ac:spMk id="3" creationId="{F6CADDA2-9B01-526C-C267-FC9F8756998C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2632093646" sldId="2147483659"/>
              <ac:spMk id="4" creationId="{6D550516-ED5F-6338-3499-C205B9152D46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2632093646" sldId="2147483659"/>
              <ac:spMk id="5" creationId="{9788D61A-B0FC-78E7-0298-F1A3669E4EEE}"/>
            </ac:spMkLst>
          </pc:spChg>
          <pc:spChg chg="mod">
            <ac:chgData name="Tapia, Annabel" userId="33ee712a-9595-49fc-b4e7-5b029abc55c2" providerId="ADAL" clId="{BC793F75-25DF-4F55-8A74-5DA347DDC98F}" dt="2026-09-21T23:49:33.152" v="52" actId="26606"/>
            <ac:spMkLst>
              <pc:docMk/>
              <pc:sldMasterMk cId="0" sldId="2147483648"/>
              <pc:sldLayoutMk cId="2632093646" sldId="2147483659"/>
              <ac:spMk id="6" creationId="{C2E44B72-769E-366B-757E-0328E741FFD0}"/>
            </ac:spMkLst>
          </pc:spChg>
        </pc:sldLayoutChg>
      </pc:sldMasterChg>
      <pc:sldMasterChg chg="del replId sldLayoutOrd">
        <pc:chgData name="Tapia, Annabel" userId="33ee712a-9595-49fc-b4e7-5b029abc55c2" providerId="ADAL" clId="{BC793F75-25DF-4F55-8A74-5DA347DDC98F}" dt="2026-09-21T23:17:34.124" v="37" actId="26606"/>
        <pc:sldMasterMkLst>
          <pc:docMk/>
          <pc:sldMasterMk cId="897029321" sldId="2147483660"/>
        </pc:sldMasterMkLst>
      </pc:sldMasterChg>
      <pc:sldMasterChg chg="add del replId modSldLayout sldLayoutOrd">
        <pc:chgData name="Tapia, Annabel" userId="33ee712a-9595-49fc-b4e7-5b029abc55c2" providerId="ADAL" clId="{BC793F75-25DF-4F55-8A74-5DA347DDC98F}" dt="2026-09-21T23:19:25.542" v="40" actId="26606"/>
        <pc:sldMasterMkLst>
          <pc:docMk/>
          <pc:sldMasterMk cId="897029321" sldId="2147483660"/>
        </pc:sldMasterMkLst>
        <pc:sldLayoutChg chg="modSp mod ord">
          <pc:chgData name="Tapia, Annabel" userId="33ee712a-9595-49fc-b4e7-5b029abc55c2" providerId="ADAL" clId="{BC793F75-25DF-4F55-8A74-5DA347DDC98F}" dt="2026-09-21T23:17:34.124" v="37" actId="26606"/>
          <pc:sldLayoutMkLst>
            <pc:docMk/>
            <pc:sldMasterMk cId="0" sldId="2147483660"/>
            <pc:sldLayoutMk cId="879118849" sldId="2147483650"/>
          </pc:sldLayoutMkLst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879118849" sldId="2147483650"/>
              <ac:spMk id="2" creationId="{CDCC805F-1FC2-CDC4-485A-287447833AB4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879118849" sldId="2147483650"/>
              <ac:spMk id="3" creationId="{41423320-A2CC-001A-8D8C-2915F980A6A4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879118849" sldId="2147483650"/>
              <ac:spMk id="4" creationId="{DC4143FC-169B-981D-540C-E18ABE7AA319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879118849" sldId="2147483650"/>
              <ac:spMk id="5" creationId="{500C9360-3C0A-31B2-5467-1D69D254DF2C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879118849" sldId="2147483650"/>
              <ac:spMk id="6" creationId="{ACFABAE5-6E8B-B54C-0640-8CF5DC928908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17:34.124" v="37" actId="26606"/>
          <pc:sldLayoutMkLst>
            <pc:docMk/>
            <pc:sldMasterMk cId="0" sldId="2147483660"/>
            <pc:sldLayoutMk cId="2173993843" sldId="2147483651"/>
          </pc:sldLayoutMkLst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2173993843" sldId="2147483651"/>
              <ac:spMk id="2" creationId="{6FE867B7-DFE8-CFC8-9ACF-1E7A8ED7716B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2173993843" sldId="2147483651"/>
              <ac:spMk id="3" creationId="{1F646DF2-BEA0-FA19-AA9F-2F782D56C692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2173993843" sldId="2147483651"/>
              <ac:spMk id="4" creationId="{B3DF44D2-AAB1-52A1-F964-640CAE18606F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2173993843" sldId="2147483651"/>
              <ac:spMk id="5" creationId="{57FCCAA7-ED9B-AC0E-415A-18D22195B7A6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2173993843" sldId="2147483651"/>
              <ac:spMk id="6" creationId="{9775E468-4135-CAB4-28DF-09CADF0DF965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17:34.124" v="37" actId="26606"/>
          <pc:sldLayoutMkLst>
            <pc:docMk/>
            <pc:sldMasterMk cId="0" sldId="2147483660"/>
            <pc:sldLayoutMk cId="2329193387" sldId="2147483652"/>
          </pc:sldLayoutMkLst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2329193387" sldId="2147483652"/>
              <ac:spMk id="2" creationId="{482A4AF7-E432-7753-8EBF-4ECADE397263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2329193387" sldId="2147483652"/>
              <ac:spMk id="3" creationId="{E3A50E3E-8338-BDE6-8A4F-0D07334D81C7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2329193387" sldId="2147483652"/>
              <ac:spMk id="4" creationId="{4025191E-310C-E6DE-8F0B-E4732031AD58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2329193387" sldId="2147483652"/>
              <ac:spMk id="5" creationId="{84F2DF7A-97EF-E388-E26F-DE96D994496D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2329193387" sldId="2147483652"/>
              <ac:spMk id="6" creationId="{C898A230-FA01-3710-3880-AEAC5D29401D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2329193387" sldId="2147483652"/>
              <ac:spMk id="7" creationId="{2F989DFE-4242-BC79-D258-DFEC16BDB68B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17:34.124" v="37" actId="26606"/>
          <pc:sldLayoutMkLst>
            <pc:docMk/>
            <pc:sldMasterMk cId="0" sldId="2147483660"/>
            <pc:sldLayoutMk cId="2338670791" sldId="2147483653"/>
          </pc:sldLayoutMkLst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2338670791" sldId="2147483653"/>
              <ac:spMk id="2" creationId="{4015A6BE-BB76-FF4D-B8E6-FAA5C8AACD35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2338670791" sldId="2147483653"/>
              <ac:spMk id="3" creationId="{FFF95A6B-7001-1703-DA76-444E01DDC3FE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2338670791" sldId="2147483653"/>
              <ac:spMk id="4" creationId="{B197FDC9-A2DA-000C-BAAB-6F3B7E05E365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2338670791" sldId="2147483653"/>
              <ac:spMk id="5" creationId="{9E91A87E-347B-4FB6-1D2F-620662F70E20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2338670791" sldId="2147483653"/>
              <ac:spMk id="6" creationId="{1F3541EE-BFDF-CB6D-E8CD-4EFCA2065F12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2338670791" sldId="2147483653"/>
              <ac:spMk id="7" creationId="{436C2085-DC39-1B5A-CCEC-09B3C5C2E7A2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2338670791" sldId="2147483653"/>
              <ac:spMk id="8" creationId="{FBEF0F24-C873-B82D-A85E-6D2D75718BF7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2338670791" sldId="2147483653"/>
              <ac:spMk id="9" creationId="{3F0BE996-978D-1930-BA5E-BEF4EE727479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17:34.124" v="37" actId="26606"/>
          <pc:sldLayoutMkLst>
            <pc:docMk/>
            <pc:sldMasterMk cId="0" sldId="2147483660"/>
            <pc:sldLayoutMk cId="3972475290" sldId="2147483654"/>
          </pc:sldLayoutMkLst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3972475290" sldId="2147483654"/>
              <ac:spMk id="2" creationId="{EA5040BE-6008-78E5-30C1-FD03AB321C16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3972475290" sldId="2147483654"/>
              <ac:spMk id="3" creationId="{22AB3FE9-C1C1-AA7D-ED8E-8FBAE7A9C21B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3972475290" sldId="2147483654"/>
              <ac:spMk id="4" creationId="{8453DEFA-F540-5341-A5AC-9764EAE2237F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3972475290" sldId="2147483654"/>
              <ac:spMk id="5" creationId="{3A7293FA-E99B-6A4E-6EFF-E866E38A7361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17:34.124" v="37" actId="26606"/>
          <pc:sldLayoutMkLst>
            <pc:docMk/>
            <pc:sldMasterMk cId="0" sldId="2147483660"/>
            <pc:sldLayoutMk cId="1126344799" sldId="2147483655"/>
          </pc:sldLayoutMkLst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1126344799" sldId="2147483655"/>
              <ac:spMk id="2" creationId="{5F5D919A-05EF-7F1F-DF7D-18FAFCF7F222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1126344799" sldId="2147483655"/>
              <ac:spMk id="3" creationId="{8673634A-4816-8160-2C44-E64DC6F97F60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1126344799" sldId="2147483655"/>
              <ac:spMk id="4" creationId="{76150AF3-7BBF-29C7-ED34-4F1D9E4D5385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17:34.124" v="37" actId="26606"/>
          <pc:sldLayoutMkLst>
            <pc:docMk/>
            <pc:sldMasterMk cId="0" sldId="2147483660"/>
            <pc:sldLayoutMk cId="3502508426" sldId="2147483656"/>
          </pc:sldLayoutMkLst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3502508426" sldId="2147483656"/>
              <ac:spMk id="2" creationId="{D1007300-FE40-456D-9B2B-9ED50F4A60E3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3502508426" sldId="2147483656"/>
              <ac:spMk id="3" creationId="{182834D7-F5F4-9B02-2E73-4B47AEE50E05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3502508426" sldId="2147483656"/>
              <ac:spMk id="4" creationId="{720CCEF7-0C1B-82E2-F3A3-D22A008A8A3B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3502508426" sldId="2147483656"/>
              <ac:spMk id="5" creationId="{1121A2B6-18F0-0E3D-C185-44794D2B3D96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3502508426" sldId="2147483656"/>
              <ac:spMk id="6" creationId="{8B95011A-6367-80EC-86B6-0ACF0A265F85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3502508426" sldId="2147483656"/>
              <ac:spMk id="7" creationId="{36615B75-1AFB-50E4-E4A8-B678A37BF62B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17:34.124" v="37" actId="26606"/>
          <pc:sldLayoutMkLst>
            <pc:docMk/>
            <pc:sldMasterMk cId="0" sldId="2147483660"/>
            <pc:sldLayoutMk cId="1159696054" sldId="2147483657"/>
          </pc:sldLayoutMkLst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1159696054" sldId="2147483657"/>
              <ac:spMk id="2" creationId="{9567D9FB-548F-8092-775F-EDE69755AFA2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1159696054" sldId="2147483657"/>
              <ac:spMk id="3" creationId="{305C507A-369C-F6EC-3B63-0619F05937D5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1159696054" sldId="2147483657"/>
              <ac:spMk id="4" creationId="{6908D84C-C8CC-432E-F5A2-52B34850C651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1159696054" sldId="2147483657"/>
              <ac:spMk id="5" creationId="{22A90CA3-2A50-B4AB-E4CD-621371F6F5DC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1159696054" sldId="2147483657"/>
              <ac:spMk id="6" creationId="{D45E4727-4413-2B9A-3023-3A915CD4F2ED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1159696054" sldId="2147483657"/>
              <ac:spMk id="7" creationId="{9401C2C8-7917-07B8-2B64-F95EC846D223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17:34.124" v="37" actId="26606"/>
          <pc:sldLayoutMkLst>
            <pc:docMk/>
            <pc:sldMasterMk cId="0" sldId="2147483660"/>
            <pc:sldLayoutMk cId="3609054435" sldId="2147483658"/>
          </pc:sldLayoutMkLst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3609054435" sldId="2147483658"/>
              <ac:spMk id="2" creationId="{59F76166-B786-B7D1-681D-D82F9010C4F7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3609054435" sldId="2147483658"/>
              <ac:spMk id="3" creationId="{F4B4D830-E685-F0A5-5BDE-BC765B7FF32E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3609054435" sldId="2147483658"/>
              <ac:spMk id="4" creationId="{425BA4EB-D59B-E686-06B9-435844F92A33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3609054435" sldId="2147483658"/>
              <ac:spMk id="5" creationId="{261272F3-B53F-C869-0B68-EDF3165E4D3E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3609054435" sldId="2147483658"/>
              <ac:spMk id="6" creationId="{F9ACE7E6-081C-9BBA-C6BB-CBE2255B02A4}"/>
            </ac:spMkLst>
          </pc:spChg>
        </pc:sldLayoutChg>
        <pc:sldLayoutChg chg="modSp mod ord">
          <pc:chgData name="Tapia, Annabel" userId="33ee712a-9595-49fc-b4e7-5b029abc55c2" providerId="ADAL" clId="{BC793F75-25DF-4F55-8A74-5DA347DDC98F}" dt="2026-09-21T23:17:34.124" v="37" actId="26606"/>
          <pc:sldLayoutMkLst>
            <pc:docMk/>
            <pc:sldMasterMk cId="0" sldId="2147483660"/>
            <pc:sldLayoutMk cId="2632093646" sldId="2147483659"/>
          </pc:sldLayoutMkLst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2632093646" sldId="2147483659"/>
              <ac:spMk id="2" creationId="{EDC4896E-16A4-AED6-93EA-734E24C71A18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2632093646" sldId="2147483659"/>
              <ac:spMk id="3" creationId="{F6CADDA2-9B01-526C-C267-FC9F8756998C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2632093646" sldId="2147483659"/>
              <ac:spMk id="4" creationId="{6D550516-ED5F-6338-3499-C205B9152D46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2632093646" sldId="2147483659"/>
              <ac:spMk id="5" creationId="{9788D61A-B0FC-78E7-0298-F1A3669E4EEE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2632093646" sldId="2147483659"/>
              <ac:spMk id="6" creationId="{C2E44B72-769E-366B-757E-0328E741FFD0}"/>
            </ac:spMkLst>
          </pc:spChg>
        </pc:sldLayoutChg>
        <pc:sldLayoutChg chg="modSp mod ord replId">
          <pc:chgData name="Tapia, Annabel" userId="33ee712a-9595-49fc-b4e7-5b029abc55c2" providerId="ADAL" clId="{BC793F75-25DF-4F55-8A74-5DA347DDC98F}" dt="2026-09-21T23:19:25.335" v="39" actId="26606"/>
          <pc:sldLayoutMkLst>
            <pc:docMk/>
            <pc:sldMasterMk cId="0" sldId="2147483660"/>
            <pc:sldLayoutMk cId="885161940" sldId="2147483661"/>
          </pc:sldLayoutMkLst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885161940" sldId="2147483661"/>
              <ac:spMk id="2" creationId="{D5AF3BAA-5379-AB10-C8A5-42A0DA50365E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885161940" sldId="2147483661"/>
              <ac:spMk id="3" creationId="{221B6D03-B5C1-DE70-DBCB-EDEEEC80B89A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885161940" sldId="2147483661"/>
              <ac:spMk id="4" creationId="{505F8914-327C-2BE3-3751-857C14221316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885161940" sldId="2147483661"/>
              <ac:spMk id="5" creationId="{5B45A17E-B506-34D4-53AC-32F54423A9AD}"/>
            </ac:spMkLst>
          </pc:spChg>
          <pc:spChg chg="mod">
            <ac:chgData name="Tapia, Annabel" userId="33ee712a-9595-49fc-b4e7-5b029abc55c2" providerId="ADAL" clId="{BC793F75-25DF-4F55-8A74-5DA347DDC98F}" dt="2026-09-21T23:17:34.124" v="37" actId="26606"/>
            <ac:spMkLst>
              <pc:docMk/>
              <pc:sldMasterMk cId="0" sldId="2147483660"/>
              <pc:sldLayoutMk cId="885161940" sldId="2147483661"/>
              <ac:spMk id="6" creationId="{B37A8CAA-10B9-68D7-FD9C-049B1379CC1F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8099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721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F3BAA-5379-AB10-C8A5-42A0DA503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1B6D03-B5C1-DE70-DBCB-EDEEEC80B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F8914-327C-2BE3-3751-857C14221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AAA8-5F7E-4434-895E-C7A78180B8F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5A17E-B506-34D4-53AC-32F54423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A8CAA-10B9-68D7-FD9C-049B1379C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3356-6DC4-4782-AAA8-9C8C12378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161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C805F-1FC2-CDC4-485A-287447833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23320-A2CC-001A-8D8C-2915F980A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143FC-169B-981D-540C-E18ABE7AA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AAA8-5F7E-4434-895E-C7A78180B8F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9360-3C0A-31B2-5467-1D69D254D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ABAE5-6E8B-B54C-0640-8CF5DC928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3356-6DC4-4782-AAA8-9C8C12378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118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867B7-DFE8-CFC8-9ACF-1E7A8ED77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46DF2-BEA0-FA19-AA9F-2F782D56C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F44D2-AAB1-52A1-F964-640CAE18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AAA8-5F7E-4434-895E-C7A78180B8F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CCAA7-ED9B-AC0E-415A-18D22195B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5E468-4135-CAB4-28DF-09CADF0DF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3356-6DC4-4782-AAA8-9C8C12378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993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A4AF7-E432-7753-8EBF-4ECADE39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50E3E-8338-BDE6-8A4F-0D07334D81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5191E-310C-E6DE-8F0B-E4732031A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2DF7A-97EF-E388-E26F-DE96D9944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AAA8-5F7E-4434-895E-C7A78180B8F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8A230-FA01-3710-3880-AEAC5D294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89DFE-4242-BC79-D258-DFEC16BDB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3356-6DC4-4782-AAA8-9C8C12378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193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5A6BE-BB76-FF4D-B8E6-FAA5C8AAC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95A6B-7001-1703-DA76-444E01DDC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97FDC9-A2DA-000C-BAAB-6F3B7E05E3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91A87E-347B-4FB6-1D2F-620662F70E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3541EE-BFDF-CB6D-E8CD-4EFCA2065F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6C2085-DC39-1B5A-CCEC-09B3C5C2E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AAA8-5F7E-4434-895E-C7A78180B8F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EF0F24-C873-B82D-A85E-6D2D75718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0BE996-978D-1930-BA5E-BEF4EE727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3356-6DC4-4782-AAA8-9C8C12378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670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040BE-6008-78E5-30C1-FD03AB321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AB3FE9-C1C1-AA7D-ED8E-8FBAE7A9C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AAA8-5F7E-4434-895E-C7A78180B8F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53DEFA-F540-5341-A5AC-9764EAE22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7293FA-E99B-6A4E-6EFF-E866E38A7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3356-6DC4-4782-AAA8-9C8C12378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475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5D919A-05EF-7F1F-DF7D-18FAFCF7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AAA8-5F7E-4434-895E-C7A78180B8F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73634A-4816-8160-2C44-E64DC6F97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50AF3-7BBF-29C7-ED34-4F1D9E4D5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3356-6DC4-4782-AAA8-9C8C12378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344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07300-FE40-456D-9B2B-9ED50F4A6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834D7-F5F4-9B02-2E73-4B47AEE50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0CCEF7-0C1B-82E2-F3A3-D22A008A8A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1A2B6-18F0-0E3D-C185-44794D2B3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AAA8-5F7E-4434-895E-C7A78180B8F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95011A-6367-80EC-86B6-0ACF0A265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15B75-1AFB-50E4-E4A8-B678A37B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3356-6DC4-4782-AAA8-9C8C12378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508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7D9FB-548F-8092-775F-EDE69755A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5C507A-369C-F6EC-3B63-0619F05937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08D84C-C8CC-432E-F5A2-52B34850C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90CA3-2A50-B4AB-E4CD-621371F6F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AAA8-5F7E-4434-895E-C7A78180B8F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5E4727-4413-2B9A-3023-3A915CD4F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1C2C8-7917-07B8-2B64-F95EC846D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3356-6DC4-4782-AAA8-9C8C12378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96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76166-B786-B7D1-681D-D82F9010C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B4D830-E685-F0A5-5BDE-BC765B7FF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BA4EB-D59B-E686-06B9-435844F92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AAA8-5F7E-4434-895E-C7A78180B8F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272F3-B53F-C869-0B68-EDF3165E4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CE7E6-081C-9BBA-C6BB-CBE2255B0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3356-6DC4-4782-AAA8-9C8C12378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05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C4896E-16A4-AED6-93EA-734E24C71A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CADDA2-9B01-526C-C267-FC9F87569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50516-ED5F-6338-3499-C205B9152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AAA8-5F7E-4434-895E-C7A78180B8F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8D61A-B0FC-78E7-0298-F1A3669E4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44B72-769E-366B-757E-0328E741F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3356-6DC4-4782-AAA8-9C8C12378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093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6B11AD-03B2-7BD3-90E8-317D0575F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2B9BC-1FC0-75EC-09E5-9B288580A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B3595-5447-76DA-6207-E21A841BD5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46AAA8-5F7E-4434-895E-C7A78180B8F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27702-81B4-CBBE-EF48-93936B4E34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F8E0-D356-6179-E1AA-E32247983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5F3356-6DC4-4782-AAA8-9C8C12378C4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side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2" name="Ticket photo" descr="Event tickets on a stone surface"/>
          <p:cNvPicPr>
            <a:picLocks noChangeAspect="1"/>
          </p:cNvPicPr>
          <p:nvPr/>
        </p:nvPicPr>
        <p:blipFill>
          <a:blip r:embed="rId2"/>
          <a:srcRect t="8333" b="8333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53" name="rule"/>
          <p:cNvSpPr>
            <a:spLocks/>
          </p:cNvSpPr>
          <p:nvPr/>
        </p:nvSpPr>
        <p:spPr>
          <a:xfrm>
            <a:off x="914400" y="2377440"/>
            <a:ext cx="457200" cy="91440"/>
          </a:xfrm>
          <a:prstGeom prst="rect">
            <a:avLst/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t"/>
          <p:cNvSpPr txBox="1"/>
          <p:nvPr/>
        </p:nvSpPr>
        <p:spPr>
          <a:xfrm>
            <a:off x="914400" y="2606040"/>
            <a:ext cx="5029200" cy="18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95000"/>
              </a:lnSpc>
              <a:buNone/>
            </a:pPr>
            <a:r>
              <a:rPr lang="en-US" sz="5200" b="1">
                <a:solidFill>
                  <a:srgbClr val="2A2320"/>
                </a:solidFill>
              </a:rPr>
              <a:t>Event Ticketing System</a:t>
            </a:r>
          </a:p>
        </p:txBody>
      </p:sp>
      <p:sp>
        <p:nvSpPr>
          <p:cNvPr id="55" name="s"/>
          <p:cNvSpPr txBox="1"/>
          <p:nvPr/>
        </p:nvSpPr>
        <p:spPr>
          <a:xfrm>
            <a:off x="914400" y="4406040"/>
            <a:ext cx="5486399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95000"/>
              </a:lnSpc>
              <a:buNone/>
            </a:pPr>
            <a:r>
              <a:rPr lang="en-US" sz="1400" b="0" dirty="0">
                <a:solidFill>
                  <a:srgbClr val="6E6259"/>
                </a:solidFill>
              </a:rPr>
              <a:t>Group 3: Angela Johnson, Annabel Tapia, Naeem Chaudry, Thiri Kyi</a:t>
            </a:r>
          </a:p>
        </p:txBody>
      </p:sp>
    </p:spTree>
    <p:extLst>
      <p:ext uri="{BB962C8B-B14F-4D97-AF65-F5344CB8AC3E}">
        <p14:creationId xmlns:p14="http://schemas.microsoft.com/office/powerpoint/2010/main" val="3116130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Accent bar"/>
          <p:cNvSpPr/>
          <p:nvPr/>
        </p:nvSpPr>
        <p:spPr>
          <a:xfrm>
            <a:off x="548640" y="594360"/>
            <a:ext cx="228600" cy="91440"/>
          </a:xfrm>
          <a:prstGeom prst="rect">
            <a:avLst/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itle"/>
          <p:cNvSpPr txBox="1"/>
          <p:nvPr/>
        </p:nvSpPr>
        <p:spPr>
          <a:xfrm>
            <a:off x="548640" y="762000"/>
            <a:ext cx="9500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200" b="1" spc="0">
                <a:solidFill>
                  <a:srgbClr val="2A2320"/>
                </a:solidFill>
              </a:rPr>
              <a:t>Problem and Application Requirements</a:t>
            </a:r>
          </a:p>
        </p:txBody>
      </p:sp>
      <p:sp>
        <p:nvSpPr>
          <p:cNvPr id="53" name="Subtitle"/>
          <p:cNvSpPr txBox="1"/>
          <p:nvPr/>
        </p:nvSpPr>
        <p:spPr>
          <a:xfrm>
            <a:off x="548640" y="1394460"/>
            <a:ext cx="10000000" cy="300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b="0" spc="0">
                <a:solidFill>
                  <a:srgbClr val="6E6259"/>
                </a:solidFill>
              </a:rPr>
              <a:t>One platform must support the customer journey and the daily administration behind it.</a:t>
            </a:r>
          </a:p>
        </p:txBody>
      </p:sp>
      <p:sp>
        <p:nvSpPr>
          <p:cNvPr id="60" name="Journey panel"/>
          <p:cNvSpPr/>
          <p:nvPr/>
        </p:nvSpPr>
        <p:spPr>
          <a:xfrm>
            <a:off x="548640" y="1706880"/>
            <a:ext cx="5410200" cy="4552950"/>
          </a:xfrm>
          <a:prstGeom prst="roundRect">
            <a:avLst>
              <a:gd name="adj" fmla="val 4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Journey header"/>
          <p:cNvSpPr txBox="1"/>
          <p:nvPr/>
        </p:nvSpPr>
        <p:spPr>
          <a:xfrm>
            <a:off x="868680" y="1935480"/>
            <a:ext cx="4770120" cy="3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50" b="1" spc="250">
                <a:solidFill>
                  <a:srgbClr val="7B2338"/>
                </a:solidFill>
              </a:rPr>
              <a:t>CUSTOMER JOURNEY</a:t>
            </a:r>
          </a:p>
        </p:txBody>
      </p:sp>
      <p:sp>
        <p:nvSpPr>
          <p:cNvPr id="62" name="Timeline"/>
          <p:cNvSpPr/>
          <p:nvPr/>
        </p:nvSpPr>
        <p:spPr>
          <a:xfrm>
            <a:off x="1055370" y="2842260"/>
            <a:ext cx="38100" cy="2834640"/>
          </a:xfrm>
          <a:prstGeom prst="rect">
            <a:avLst/>
          </a:prstGeom>
          <a:solidFill>
            <a:srgbClr val="CBBCA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Marker 1"/>
          <p:cNvSpPr/>
          <p:nvPr/>
        </p:nvSpPr>
        <p:spPr>
          <a:xfrm>
            <a:off x="868680" y="2430780"/>
            <a:ext cx="411480" cy="411480"/>
          </a:xfrm>
          <a:prstGeom prst="ellipse">
            <a:avLst/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Num 1"/>
          <p:cNvSpPr txBox="1"/>
          <p:nvPr/>
        </p:nvSpPr>
        <p:spPr>
          <a:xfrm>
            <a:off x="868680" y="2476500"/>
            <a:ext cx="41148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200" b="1" spc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2" name="Step 1"/>
          <p:cNvSpPr txBox="1"/>
          <p:nvPr/>
        </p:nvSpPr>
        <p:spPr>
          <a:xfrm>
            <a:off x="1508760" y="2407920"/>
            <a:ext cx="413004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50" b="1" spc="0">
                <a:solidFill>
                  <a:srgbClr val="2A2320"/>
                </a:solidFill>
              </a:rPr>
              <a:t>Browse events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050" b="0" spc="0">
                <a:solidFill>
                  <a:srgbClr val="6E6259"/>
                </a:solidFill>
              </a:rPr>
              <a:t>Search concerts, conferences, sports, and workshops</a:t>
            </a:r>
          </a:p>
        </p:txBody>
      </p:sp>
      <p:sp>
        <p:nvSpPr>
          <p:cNvPr id="73" name="Marker 2"/>
          <p:cNvSpPr/>
          <p:nvPr/>
        </p:nvSpPr>
        <p:spPr>
          <a:xfrm>
            <a:off x="868680" y="3375660"/>
            <a:ext cx="411480" cy="411480"/>
          </a:xfrm>
          <a:prstGeom prst="ellipse">
            <a:avLst/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Num 2"/>
          <p:cNvSpPr txBox="1"/>
          <p:nvPr/>
        </p:nvSpPr>
        <p:spPr>
          <a:xfrm>
            <a:off x="868680" y="3421380"/>
            <a:ext cx="41148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200" b="1" spc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5" name="Step 2"/>
          <p:cNvSpPr txBox="1"/>
          <p:nvPr/>
        </p:nvSpPr>
        <p:spPr>
          <a:xfrm>
            <a:off x="1508760" y="3352800"/>
            <a:ext cx="413004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50" b="1" spc="0" dirty="0">
                <a:solidFill>
                  <a:srgbClr val="2A2320"/>
                </a:solidFill>
              </a:rPr>
              <a:t>Choose tickets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050" b="0" spc="0" dirty="0">
                <a:solidFill>
                  <a:srgbClr val="6E6259"/>
                </a:solidFill>
              </a:rPr>
              <a:t>Compare ticket types and available inventory</a:t>
            </a:r>
          </a:p>
        </p:txBody>
      </p:sp>
      <p:sp>
        <p:nvSpPr>
          <p:cNvPr id="76" name="Marker 3"/>
          <p:cNvSpPr/>
          <p:nvPr/>
        </p:nvSpPr>
        <p:spPr>
          <a:xfrm>
            <a:off x="868680" y="4320540"/>
            <a:ext cx="411480" cy="411480"/>
          </a:xfrm>
          <a:prstGeom prst="ellipse">
            <a:avLst/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7" name="Num 3"/>
          <p:cNvSpPr txBox="1"/>
          <p:nvPr/>
        </p:nvSpPr>
        <p:spPr>
          <a:xfrm>
            <a:off x="868680" y="4366260"/>
            <a:ext cx="41148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200" b="1" spc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8" name="Step 3"/>
          <p:cNvSpPr txBox="1"/>
          <p:nvPr/>
        </p:nvSpPr>
        <p:spPr>
          <a:xfrm>
            <a:off x="1508760" y="4297680"/>
            <a:ext cx="413004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50" b="1" spc="0">
                <a:solidFill>
                  <a:srgbClr val="2A2320"/>
                </a:solidFill>
              </a:rPr>
              <a:t>Purchase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050" b="0" spc="0">
                <a:solidFill>
                  <a:srgbClr val="6E6259"/>
                </a:solidFill>
              </a:rPr>
              <a:t>Create an order and record payment safely</a:t>
            </a:r>
          </a:p>
        </p:txBody>
      </p:sp>
      <p:sp>
        <p:nvSpPr>
          <p:cNvPr id="79" name="Marker 4"/>
          <p:cNvSpPr/>
          <p:nvPr/>
        </p:nvSpPr>
        <p:spPr>
          <a:xfrm>
            <a:off x="868680" y="5265420"/>
            <a:ext cx="411480" cy="411480"/>
          </a:xfrm>
          <a:prstGeom prst="ellipse">
            <a:avLst/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" name="Num 4"/>
          <p:cNvSpPr txBox="1"/>
          <p:nvPr/>
        </p:nvSpPr>
        <p:spPr>
          <a:xfrm>
            <a:off x="868680" y="5311140"/>
            <a:ext cx="41148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200" b="1" spc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1" name="Step 4"/>
          <p:cNvSpPr txBox="1"/>
          <p:nvPr/>
        </p:nvSpPr>
        <p:spPr>
          <a:xfrm>
            <a:off x="1508760" y="5242560"/>
            <a:ext cx="413004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50" b="1" spc="0">
                <a:solidFill>
                  <a:srgbClr val="2A2320"/>
                </a:solidFill>
              </a:rPr>
              <a:t>Return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050" b="0" spc="0">
                <a:solidFill>
                  <a:srgbClr val="6E6259"/>
                </a:solidFill>
              </a:rPr>
              <a:t>Review events and view previous orders</a:t>
            </a:r>
          </a:p>
        </p:txBody>
      </p:sp>
      <p:sp>
        <p:nvSpPr>
          <p:cNvPr id="85" name="Admin panel"/>
          <p:cNvSpPr/>
          <p:nvPr/>
        </p:nvSpPr>
        <p:spPr>
          <a:xfrm>
            <a:off x="6233160" y="1706880"/>
            <a:ext cx="5410200" cy="4552950"/>
          </a:xfrm>
          <a:prstGeom prst="roundRect">
            <a:avLst>
              <a:gd name="adj" fmla="val 4000"/>
            </a:avLst>
          </a:prstGeom>
          <a:solidFill>
            <a:srgbClr val="2A2320"/>
          </a:solidFill>
          <a:ln w="12700">
            <a:solidFill>
              <a:srgbClr val="2A232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6" name="Admin header"/>
          <p:cNvSpPr txBox="1"/>
          <p:nvPr/>
        </p:nvSpPr>
        <p:spPr>
          <a:xfrm>
            <a:off x="6553200" y="1935480"/>
            <a:ext cx="4770120" cy="3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50" b="1" spc="250">
                <a:solidFill>
                  <a:srgbClr val="E8D5C4"/>
                </a:solidFill>
              </a:rPr>
              <a:t>ADMINISTRATION</a:t>
            </a:r>
          </a:p>
        </p:txBody>
      </p:sp>
      <p:sp>
        <p:nvSpPr>
          <p:cNvPr id="90" name="Pill 1"/>
          <p:cNvSpPr/>
          <p:nvPr/>
        </p:nvSpPr>
        <p:spPr>
          <a:xfrm>
            <a:off x="6553200" y="2430780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" name="Pill label 1"/>
          <p:cNvSpPr txBox="1"/>
          <p:nvPr/>
        </p:nvSpPr>
        <p:spPr>
          <a:xfrm>
            <a:off x="6553200" y="2499360"/>
            <a:ext cx="1417320" cy="3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200" b="1" spc="0">
                <a:solidFill>
                  <a:srgbClr val="FFFFFF"/>
                </a:solidFill>
              </a:rPr>
              <a:t>Events</a:t>
            </a:r>
          </a:p>
        </p:txBody>
      </p:sp>
      <p:sp>
        <p:nvSpPr>
          <p:cNvPr id="92" name="Row 1"/>
          <p:cNvSpPr txBox="1"/>
          <p:nvPr/>
        </p:nvSpPr>
        <p:spPr>
          <a:xfrm>
            <a:off x="8244840" y="2453640"/>
            <a:ext cx="307848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0" spc="0">
                <a:solidFill>
                  <a:srgbClr val="EDE5DA"/>
                </a:solidFill>
              </a:rPr>
              <a:t>Create events and maintain flexible content</a:t>
            </a:r>
          </a:p>
        </p:txBody>
      </p:sp>
      <p:sp>
        <p:nvSpPr>
          <p:cNvPr id="93" name="Pill 2"/>
          <p:cNvSpPr/>
          <p:nvPr/>
        </p:nvSpPr>
        <p:spPr>
          <a:xfrm>
            <a:off x="6553200" y="3375660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4" name="Pill label 2"/>
          <p:cNvSpPr txBox="1"/>
          <p:nvPr/>
        </p:nvSpPr>
        <p:spPr>
          <a:xfrm>
            <a:off x="6553200" y="3444240"/>
            <a:ext cx="1417320" cy="3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200" b="1" spc="0">
                <a:solidFill>
                  <a:srgbClr val="2A2320"/>
                </a:solidFill>
              </a:rPr>
              <a:t>Inventory</a:t>
            </a:r>
          </a:p>
        </p:txBody>
      </p:sp>
      <p:sp>
        <p:nvSpPr>
          <p:cNvPr id="95" name="Row 2"/>
          <p:cNvSpPr txBox="1"/>
          <p:nvPr/>
        </p:nvSpPr>
        <p:spPr>
          <a:xfrm>
            <a:off x="8244840" y="3398520"/>
            <a:ext cx="307848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0" spc="0">
                <a:solidFill>
                  <a:srgbClr val="EDE5DA"/>
                </a:solidFill>
              </a:rPr>
              <a:t>Manage ticket types and remaining capacity</a:t>
            </a:r>
          </a:p>
        </p:txBody>
      </p:sp>
      <p:sp>
        <p:nvSpPr>
          <p:cNvPr id="96" name="Pill 3"/>
          <p:cNvSpPr/>
          <p:nvPr/>
        </p:nvSpPr>
        <p:spPr>
          <a:xfrm>
            <a:off x="6553200" y="4320540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7" name="Pill label 3"/>
          <p:cNvSpPr txBox="1"/>
          <p:nvPr/>
        </p:nvSpPr>
        <p:spPr>
          <a:xfrm>
            <a:off x="6553200" y="4389120"/>
            <a:ext cx="1417320" cy="3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200" b="1" spc="0">
                <a:solidFill>
                  <a:srgbClr val="FFFFFF"/>
                </a:solidFill>
              </a:rPr>
              <a:t>Sales</a:t>
            </a:r>
          </a:p>
        </p:txBody>
      </p:sp>
      <p:sp>
        <p:nvSpPr>
          <p:cNvPr id="98" name="Row 3"/>
          <p:cNvSpPr txBox="1"/>
          <p:nvPr/>
        </p:nvSpPr>
        <p:spPr>
          <a:xfrm>
            <a:off x="8244840" y="4343400"/>
            <a:ext cx="307848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0" spc="0">
                <a:solidFill>
                  <a:srgbClr val="EDE5DA"/>
                </a:solidFill>
              </a:rPr>
              <a:t>Review revenue, orders, and payments</a:t>
            </a:r>
          </a:p>
        </p:txBody>
      </p:sp>
      <p:sp>
        <p:nvSpPr>
          <p:cNvPr id="99" name="Pill 4"/>
          <p:cNvSpPr/>
          <p:nvPr/>
        </p:nvSpPr>
        <p:spPr>
          <a:xfrm>
            <a:off x="6553200" y="5265420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Pill label 4"/>
          <p:cNvSpPr txBox="1"/>
          <p:nvPr/>
        </p:nvSpPr>
        <p:spPr>
          <a:xfrm>
            <a:off x="6553200" y="5334000"/>
            <a:ext cx="1417320" cy="3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200" b="1" spc="0">
                <a:solidFill>
                  <a:srgbClr val="2A2320"/>
                </a:solidFill>
              </a:rPr>
              <a:t>Activity</a:t>
            </a:r>
          </a:p>
        </p:txBody>
      </p:sp>
      <p:sp>
        <p:nvSpPr>
          <p:cNvPr id="101" name="Row 4"/>
          <p:cNvSpPr txBox="1"/>
          <p:nvPr/>
        </p:nvSpPr>
        <p:spPr>
          <a:xfrm>
            <a:off x="8244840" y="5288280"/>
            <a:ext cx="307848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0" spc="0">
                <a:solidFill>
                  <a:srgbClr val="EDE5DA"/>
                </a:solidFill>
              </a:rPr>
              <a:t>Monitor views and trending events</a:t>
            </a:r>
          </a:p>
        </p:txBody>
      </p:sp>
      <p:sp>
        <p:nvSpPr>
          <p:cNvPr id="102" name="Slide Number"/>
          <p:cNvSpPr txBox="1"/>
          <p:nvPr/>
        </p:nvSpPr>
        <p:spPr>
          <a:xfrm>
            <a:off x="10363200" y="6172200"/>
            <a:ext cx="128016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buNone/>
            </a:pPr>
            <a:fld id="{50258513-21A1-4300-B11D-6E1E964AE57D}" type="slidenum">
              <a:rPr lang="en-US" sz="1100" smtClean="0">
                <a:solidFill>
                  <a:srgbClr val="9B8F83"/>
                </a:solidFill>
              </a:rPr>
              <a:t>2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4139661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Accent bar"/>
          <p:cNvSpPr/>
          <p:nvPr/>
        </p:nvSpPr>
        <p:spPr>
          <a:xfrm>
            <a:off x="548640" y="594360"/>
            <a:ext cx="228600" cy="91440"/>
          </a:xfrm>
          <a:prstGeom prst="rect">
            <a:avLst/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itle"/>
          <p:cNvSpPr txBox="1"/>
          <p:nvPr/>
        </p:nvSpPr>
        <p:spPr>
          <a:xfrm>
            <a:off x="548640" y="762000"/>
            <a:ext cx="9500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spc="0">
                <a:solidFill>
                  <a:srgbClr val="2A2320"/>
                </a:solidFill>
              </a:rPr>
              <a:t>System Architecture</a:t>
            </a:r>
          </a:p>
        </p:txBody>
      </p:sp>
      <p:sp>
        <p:nvSpPr>
          <p:cNvPr id="53" name="Subtitle"/>
          <p:cNvSpPr txBox="1"/>
          <p:nvPr/>
        </p:nvSpPr>
        <p:spPr>
          <a:xfrm>
            <a:off x="548640" y="1394460"/>
            <a:ext cx="10200000" cy="300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spc="0">
                <a:solidFill>
                  <a:srgbClr val="6E6259"/>
                </a:solidFill>
              </a:rPr>
              <a:t>One FastAPI service coordinates three databases, each doing what it does best.</a:t>
            </a:r>
          </a:p>
        </p:txBody>
      </p:sp>
      <p:sp>
        <p:nvSpPr>
          <p:cNvPr id="60" name="Client"/>
          <p:cNvSpPr/>
          <p:nvPr/>
        </p:nvSpPr>
        <p:spPr>
          <a:xfrm>
            <a:off x="2496000" y="1828800"/>
            <a:ext cx="3200000" cy="850000"/>
          </a:xfrm>
          <a:prstGeom prst="roundRect">
            <a:avLst>
              <a:gd name="adj" fmla="val 10000"/>
            </a:avLst>
          </a:prstGeom>
          <a:solidFill>
            <a:srgbClr val="2A23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Client label"/>
          <p:cNvSpPr txBox="1"/>
          <p:nvPr/>
        </p:nvSpPr>
        <p:spPr>
          <a:xfrm>
            <a:off x="2496000" y="2008800"/>
            <a:ext cx="3200000" cy="500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spc="0">
                <a:solidFill>
                  <a:srgbClr val="FFFFFF"/>
                </a:solidFill>
              </a:rPr>
              <a:t>Client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1000" b="0" spc="0">
                <a:solidFill>
                  <a:srgbClr val="D8CDBE"/>
                </a:solidFill>
              </a:rPr>
              <a:t>Browser or mobile app</a:t>
            </a:r>
          </a:p>
        </p:txBody>
      </p:sp>
      <p:sp>
        <p:nvSpPr>
          <p:cNvPr id="62" name="API"/>
          <p:cNvSpPr/>
          <p:nvPr/>
        </p:nvSpPr>
        <p:spPr>
          <a:xfrm>
            <a:off x="6496000" y="1828800"/>
            <a:ext cx="3200000" cy="850000"/>
          </a:xfrm>
          <a:prstGeom prst="roundRect">
            <a:avLst>
              <a:gd name="adj" fmla="val 10000"/>
            </a:avLst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API label"/>
          <p:cNvSpPr txBox="1"/>
          <p:nvPr/>
        </p:nvSpPr>
        <p:spPr>
          <a:xfrm>
            <a:off x="6496000" y="2008800"/>
            <a:ext cx="3200000" cy="500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spc="0">
                <a:solidFill>
                  <a:srgbClr val="FFFFFF"/>
                </a:solidFill>
              </a:rPr>
              <a:t>FastAPI service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1000" b="0" spc="0">
                <a:solidFill>
                  <a:srgbClr val="EFE7DC"/>
                </a:solidFill>
              </a:rPr>
              <a:t>Routing, validation, business logic</a:t>
            </a:r>
          </a:p>
        </p:txBody>
      </p:sp>
      <p:sp>
        <p:nvSpPr>
          <p:cNvPr id="64" name="Arrow"/>
          <p:cNvSpPr/>
          <p:nvPr/>
        </p:nvSpPr>
        <p:spPr>
          <a:xfrm>
            <a:off x="5846000" y="2133800"/>
            <a:ext cx="500000" cy="240000"/>
          </a:xfrm>
          <a:prstGeom prst="rightArrow">
            <a:avLst/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Drop"/>
          <p:cNvSpPr/>
          <p:nvPr/>
        </p:nvSpPr>
        <p:spPr>
          <a:xfrm>
            <a:off x="8076950" y="2678800"/>
            <a:ext cx="38100" cy="521600"/>
          </a:xfrm>
          <a:prstGeom prst="rect">
            <a:avLst/>
          </a:prstGeom>
          <a:solidFill>
            <a:srgbClr val="CBBCA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Bus"/>
          <p:cNvSpPr/>
          <p:nvPr/>
        </p:nvSpPr>
        <p:spPr>
          <a:xfrm>
            <a:off x="2306320" y="3200400"/>
            <a:ext cx="7579360" cy="38100"/>
          </a:xfrm>
          <a:prstGeom prst="rect">
            <a:avLst/>
          </a:prstGeom>
          <a:solidFill>
            <a:srgbClr val="CBBCA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Leg 1"/>
          <p:cNvSpPr/>
          <p:nvPr/>
        </p:nvSpPr>
        <p:spPr>
          <a:xfrm>
            <a:off x="2287270" y="3200400"/>
            <a:ext cx="38100" cy="274320"/>
          </a:xfrm>
          <a:prstGeom prst="rect">
            <a:avLst/>
          </a:prstGeom>
          <a:solidFill>
            <a:srgbClr val="CBBCA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Leg 2"/>
          <p:cNvSpPr/>
          <p:nvPr/>
        </p:nvSpPr>
        <p:spPr>
          <a:xfrm>
            <a:off x="6076950" y="3200400"/>
            <a:ext cx="38100" cy="274320"/>
          </a:xfrm>
          <a:prstGeom prst="rect">
            <a:avLst/>
          </a:prstGeom>
          <a:solidFill>
            <a:srgbClr val="CBBCA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Leg 3"/>
          <p:cNvSpPr/>
          <p:nvPr/>
        </p:nvSpPr>
        <p:spPr>
          <a:xfrm>
            <a:off x="9866630" y="3200400"/>
            <a:ext cx="38100" cy="274320"/>
          </a:xfrm>
          <a:prstGeom prst="rect">
            <a:avLst/>
          </a:prstGeom>
          <a:solidFill>
            <a:srgbClr val="CBBCA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" name="Card 1"/>
          <p:cNvSpPr/>
          <p:nvPr/>
        </p:nvSpPr>
        <p:spPr>
          <a:xfrm>
            <a:off x="548640" y="3474720"/>
            <a:ext cx="35153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1" name="Pill 1"/>
          <p:cNvSpPr/>
          <p:nvPr/>
        </p:nvSpPr>
        <p:spPr>
          <a:xfrm>
            <a:off x="868680" y="37490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2" name="Pill label 1"/>
          <p:cNvSpPr txBox="1"/>
          <p:nvPr/>
        </p:nvSpPr>
        <p:spPr>
          <a:xfrm>
            <a:off x="868680" y="3817620"/>
            <a:ext cx="18288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50" b="1" spc="0">
                <a:solidFill>
                  <a:srgbClr val="FFFFFF"/>
                </a:solidFill>
              </a:rPr>
              <a:t>SQL database</a:t>
            </a:r>
          </a:p>
        </p:txBody>
      </p:sp>
      <p:sp>
        <p:nvSpPr>
          <p:cNvPr id="83" name="Body 1"/>
          <p:cNvSpPr txBox="1"/>
          <p:nvPr/>
        </p:nvSpPr>
        <p:spPr>
          <a:xfrm>
            <a:off x="868680" y="4343400"/>
            <a:ext cx="2875280" cy="1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171450" indent="-171450" algn="l">
              <a:lnSpc>
                <a:spcPct val="100000"/>
              </a:lnSpc>
              <a:spcBef>
                <a:spcPts val="300"/>
              </a:spcBef>
              <a:buChar char="•"/>
            </a:pPr>
            <a:r>
              <a:rPr lang="en-US" sz="1200" b="0" spc="0">
                <a:solidFill>
                  <a:srgbClr val="4A423C"/>
                </a:solidFill>
              </a:rPr>
              <a:t>Users, orders, and payments</a:t>
            </a:r>
          </a:p>
          <a:p>
            <a:pPr marL="171450" indent="-171450" algn="l">
              <a:lnSpc>
                <a:spcPct val="100000"/>
              </a:lnSpc>
              <a:spcBef>
                <a:spcPts val="300"/>
              </a:spcBef>
              <a:buChar char="•"/>
            </a:pPr>
            <a:r>
              <a:rPr lang="en-US" sz="1200" b="0" spc="0">
                <a:solidFill>
                  <a:srgbClr val="4A423C"/>
                </a:solidFill>
              </a:rPr>
              <a:t>ACID transactions on purchase</a:t>
            </a:r>
          </a:p>
          <a:p>
            <a:pPr marL="171450" indent="-171450" algn="l">
              <a:lnSpc>
                <a:spcPct val="100000"/>
              </a:lnSpc>
              <a:spcBef>
                <a:spcPts val="300"/>
              </a:spcBef>
              <a:buChar char="•"/>
            </a:pPr>
            <a:r>
              <a:rPr lang="en-US" sz="1200" b="0" spc="0">
                <a:solidFill>
                  <a:srgbClr val="4A423C"/>
                </a:solidFill>
              </a:rPr>
              <a:t>Source of truth for inventory</a:t>
            </a:r>
          </a:p>
        </p:txBody>
      </p:sp>
      <p:sp>
        <p:nvSpPr>
          <p:cNvPr id="84" name="Card 2"/>
          <p:cNvSpPr/>
          <p:nvPr/>
        </p:nvSpPr>
        <p:spPr>
          <a:xfrm>
            <a:off x="4338320" y="3474720"/>
            <a:ext cx="35153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5" name="Pill 2"/>
          <p:cNvSpPr/>
          <p:nvPr/>
        </p:nvSpPr>
        <p:spPr>
          <a:xfrm>
            <a:off x="4658360" y="37490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2A23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6" name="Pill label 2"/>
          <p:cNvSpPr txBox="1"/>
          <p:nvPr/>
        </p:nvSpPr>
        <p:spPr>
          <a:xfrm>
            <a:off x="4658360" y="3817620"/>
            <a:ext cx="18288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50" b="1" spc="0">
                <a:solidFill>
                  <a:srgbClr val="FFFFFF"/>
                </a:solidFill>
              </a:rPr>
              <a:t>MongoDB</a:t>
            </a:r>
          </a:p>
        </p:txBody>
      </p:sp>
      <p:sp>
        <p:nvSpPr>
          <p:cNvPr id="87" name="Body 2"/>
          <p:cNvSpPr txBox="1"/>
          <p:nvPr/>
        </p:nvSpPr>
        <p:spPr>
          <a:xfrm>
            <a:off x="4658360" y="4343400"/>
            <a:ext cx="2875280" cy="1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171450" indent="-171450" algn="l">
              <a:lnSpc>
                <a:spcPct val="100000"/>
              </a:lnSpc>
              <a:spcBef>
                <a:spcPts val="300"/>
              </a:spcBef>
              <a:buChar char="•"/>
            </a:pPr>
            <a:r>
              <a:rPr lang="en-US" sz="1200" b="0" spc="0">
                <a:solidFill>
                  <a:srgbClr val="4A423C"/>
                </a:solidFill>
              </a:rPr>
              <a:t>Event content documents</a:t>
            </a:r>
          </a:p>
          <a:p>
            <a:pPr marL="171450" indent="-171450" algn="l">
              <a:lnSpc>
                <a:spcPct val="100000"/>
              </a:lnSpc>
              <a:spcBef>
                <a:spcPts val="300"/>
              </a:spcBef>
              <a:buChar char="•"/>
            </a:pPr>
            <a:r>
              <a:rPr lang="en-US" sz="1200" b="0" spc="0">
                <a:solidFill>
                  <a:srgbClr val="4A423C"/>
                </a:solidFill>
              </a:rPr>
              <a:t>Flexible fields per event type</a:t>
            </a:r>
          </a:p>
          <a:p>
            <a:pPr marL="171450" indent="-171450" algn="l">
              <a:lnSpc>
                <a:spcPct val="100000"/>
              </a:lnSpc>
              <a:spcBef>
                <a:spcPts val="300"/>
              </a:spcBef>
              <a:buChar char="•"/>
            </a:pPr>
            <a:r>
              <a:rPr lang="en-US" sz="1200" b="0" spc="0">
                <a:solidFill>
                  <a:srgbClr val="4A423C"/>
                </a:solidFill>
              </a:rPr>
              <a:t>Indexes for search and filters</a:t>
            </a:r>
          </a:p>
        </p:txBody>
      </p:sp>
      <p:sp>
        <p:nvSpPr>
          <p:cNvPr id="88" name="Card 3"/>
          <p:cNvSpPr/>
          <p:nvPr/>
        </p:nvSpPr>
        <p:spPr>
          <a:xfrm>
            <a:off x="8128000" y="3474720"/>
            <a:ext cx="35153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9" name="Pill 3"/>
          <p:cNvSpPr/>
          <p:nvPr/>
        </p:nvSpPr>
        <p:spPr>
          <a:xfrm>
            <a:off x="8448040" y="37490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" name="Pill label 3"/>
          <p:cNvSpPr txBox="1"/>
          <p:nvPr/>
        </p:nvSpPr>
        <p:spPr>
          <a:xfrm>
            <a:off x="8448040" y="3817620"/>
            <a:ext cx="18288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50" b="1" spc="0">
                <a:solidFill>
                  <a:srgbClr val="FFFFFF"/>
                </a:solidFill>
              </a:rPr>
              <a:t>Redis</a:t>
            </a:r>
          </a:p>
        </p:txBody>
      </p:sp>
      <p:sp>
        <p:nvSpPr>
          <p:cNvPr id="91" name="Body 3"/>
          <p:cNvSpPr txBox="1"/>
          <p:nvPr/>
        </p:nvSpPr>
        <p:spPr>
          <a:xfrm>
            <a:off x="8448040" y="4343400"/>
            <a:ext cx="2875280" cy="1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171450" indent="-171450" algn="l">
              <a:lnSpc>
                <a:spcPct val="100000"/>
              </a:lnSpc>
              <a:spcBef>
                <a:spcPts val="300"/>
              </a:spcBef>
              <a:buChar char="•"/>
            </a:pPr>
            <a:r>
              <a:rPr lang="en-US" sz="1200" b="0" spc="0">
                <a:solidFill>
                  <a:srgbClr val="4A423C"/>
                </a:solidFill>
              </a:rPr>
              <a:t>Caches hot event lookups</a:t>
            </a:r>
          </a:p>
          <a:p>
            <a:pPr marL="171450" indent="-171450" algn="l">
              <a:lnSpc>
                <a:spcPct val="100000"/>
              </a:lnSpc>
              <a:spcBef>
                <a:spcPts val="300"/>
              </a:spcBef>
              <a:buChar char="•"/>
            </a:pPr>
            <a:r>
              <a:rPr lang="en-US" sz="1200" b="0" spc="0">
                <a:solidFill>
                  <a:srgbClr val="4A423C"/>
                </a:solidFill>
              </a:rPr>
              <a:t>Trending event counters</a:t>
            </a:r>
          </a:p>
          <a:p>
            <a:pPr marL="171450" indent="-171450" algn="l">
              <a:lnSpc>
                <a:spcPct val="100000"/>
              </a:lnSpc>
              <a:spcBef>
                <a:spcPts val="300"/>
              </a:spcBef>
              <a:buChar char="•"/>
            </a:pPr>
            <a:r>
              <a:rPr lang="en-US" sz="1200" b="0" spc="0">
                <a:solidFill>
                  <a:srgbClr val="4A423C"/>
                </a:solidFill>
              </a:rPr>
              <a:t>Cuts repeat response time</a:t>
            </a:r>
          </a:p>
        </p:txBody>
      </p:sp>
      <p:sp>
        <p:nvSpPr>
          <p:cNvPr id="92" name="Slide Number"/>
          <p:cNvSpPr txBox="1"/>
          <p:nvPr/>
        </p:nvSpPr>
        <p:spPr>
          <a:xfrm>
            <a:off x="10363200" y="6172200"/>
            <a:ext cx="128016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buNone/>
            </a:pPr>
            <a:fld id="{7B909D8B-18DD-4428-A08F-BBD0FC0EB2B4}" type="slidenum">
              <a:rPr lang="en-US" sz="1100" smtClean="0">
                <a:solidFill>
                  <a:srgbClr val="9B8F83"/>
                </a:solidFill>
              </a:rPr>
              <a:t>3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695415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Accent bar"/>
          <p:cNvSpPr/>
          <p:nvPr/>
        </p:nvSpPr>
        <p:spPr>
          <a:xfrm>
            <a:off x="548640" y="594360"/>
            <a:ext cx="228600" cy="91440"/>
          </a:xfrm>
          <a:prstGeom prst="rect">
            <a:avLst/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itle"/>
          <p:cNvSpPr txBox="1"/>
          <p:nvPr/>
        </p:nvSpPr>
        <p:spPr>
          <a:xfrm>
            <a:off x="548640" y="742000"/>
            <a:ext cx="9500000" cy="62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200" b="1" spc="0">
                <a:solidFill>
                  <a:srgbClr val="2A2320"/>
                </a:solidFill>
              </a:rPr>
              <a:t>Relational Database Design</a:t>
            </a:r>
          </a:p>
        </p:txBody>
      </p:sp>
      <p:sp>
        <p:nvSpPr>
          <p:cNvPr id="53" name="Subtitle"/>
          <p:cNvSpPr txBox="1"/>
          <p:nvPr/>
        </p:nvSpPr>
        <p:spPr>
          <a:xfrm>
            <a:off x="548640" y="1374460"/>
            <a:ext cx="10000000" cy="300000"/>
          </a:xfrm>
          <a:prstGeom prst="rect">
            <a:avLst/>
          </a:prstGeom>
          <a:noFill/>
        </p:spPr>
        <p:txBody>
          <a:bodyPr wrap="square" anchor="ctr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b="0" spc="0">
                <a:solidFill>
                  <a:srgbClr val="6E6259"/>
                </a:solidFill>
              </a:rPr>
              <a:t>Foreign keys connect every ticket purchase from customer to payment</a:t>
            </a:r>
          </a:p>
        </p:txBody>
      </p:sp>
      <p:sp>
        <p:nvSpPr>
          <p:cNvPr id="60" name="Box USERS"/>
          <p:cNvSpPr/>
          <p:nvPr/>
        </p:nvSpPr>
        <p:spPr>
          <a:xfrm>
            <a:off x="548640" y="1783080"/>
            <a:ext cx="3200400" cy="1737360"/>
          </a:xfrm>
          <a:prstGeom prst="roundRect">
            <a:avLst>
              <a:gd name="adj" fmla="val 3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Head USERS"/>
          <p:cNvSpPr/>
          <p:nvPr/>
        </p:nvSpPr>
        <p:spPr>
          <a:xfrm>
            <a:off x="548640" y="1783080"/>
            <a:ext cx="3200400" cy="388620"/>
          </a:xfrm>
          <a:prstGeom prst="roundRect">
            <a:avLst>
              <a:gd name="adj" fmla="val 3000"/>
            </a:avLst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Headfix USERS"/>
          <p:cNvSpPr/>
          <p:nvPr/>
        </p:nvSpPr>
        <p:spPr>
          <a:xfrm>
            <a:off x="548640" y="1983080"/>
            <a:ext cx="3200400" cy="188620"/>
          </a:xfrm>
          <a:prstGeom prst="rect">
            <a:avLst/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Name USERS"/>
          <p:cNvSpPr txBox="1"/>
          <p:nvPr/>
        </p:nvSpPr>
        <p:spPr>
          <a:xfrm>
            <a:off x="777240" y="1828800"/>
            <a:ext cx="2743200" cy="2971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00" b="1" spc="250">
                <a:solidFill>
                  <a:srgbClr val="FFFFFF"/>
                </a:solidFill>
              </a:rPr>
              <a:t>USERS</a:t>
            </a:r>
          </a:p>
        </p:txBody>
      </p:sp>
      <p:sp>
        <p:nvSpPr>
          <p:cNvPr id="64" name="Fields USERS"/>
          <p:cNvSpPr txBox="1"/>
          <p:nvPr/>
        </p:nvSpPr>
        <p:spPr>
          <a:xfrm>
            <a:off x="777240" y="2286000"/>
            <a:ext cx="2743200" cy="1143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50" b="1" spc="0">
                <a:solidFill>
                  <a:srgbClr val="2A2320"/>
                </a:solidFill>
              </a:rPr>
              <a:t>user_id  PK</a:t>
            </a:r>
          </a:p>
          <a:p>
            <a:pPr algn="l">
              <a:lnSpc>
                <a:spcPct val="100000"/>
              </a:lnSpc>
              <a:spcBef>
                <a:spcPts val="850"/>
              </a:spcBef>
            </a:pPr>
            <a:r>
              <a:rPr lang="en-US" sz="1050" b="0" spc="0">
                <a:solidFill>
                  <a:srgbClr val="6E6259"/>
                </a:solidFill>
              </a:rPr>
              <a:t>email</a:t>
            </a:r>
          </a:p>
          <a:p>
            <a:pPr algn="l">
              <a:lnSpc>
                <a:spcPct val="100000"/>
              </a:lnSpc>
              <a:spcBef>
                <a:spcPts val="850"/>
              </a:spcBef>
            </a:pPr>
            <a:r>
              <a:rPr lang="en-US" sz="1050" b="0" spc="0">
                <a:solidFill>
                  <a:srgbClr val="6E6259"/>
                </a:solidFill>
              </a:rPr>
              <a:t>name</a:t>
            </a:r>
          </a:p>
        </p:txBody>
      </p:sp>
      <p:sp>
        <p:nvSpPr>
          <p:cNvPr id="65" name="Box EVENTS"/>
          <p:cNvSpPr/>
          <p:nvPr/>
        </p:nvSpPr>
        <p:spPr>
          <a:xfrm>
            <a:off x="4251960" y="1783080"/>
            <a:ext cx="3200400" cy="1737360"/>
          </a:xfrm>
          <a:prstGeom prst="roundRect">
            <a:avLst>
              <a:gd name="adj" fmla="val 3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6" name="Head EVENTS"/>
          <p:cNvSpPr/>
          <p:nvPr/>
        </p:nvSpPr>
        <p:spPr>
          <a:xfrm>
            <a:off x="4251960" y="1783080"/>
            <a:ext cx="3200400" cy="388620"/>
          </a:xfrm>
          <a:prstGeom prst="roundRect">
            <a:avLst>
              <a:gd name="adj" fmla="val 3000"/>
            </a:avLst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Headfix EVENTS"/>
          <p:cNvSpPr/>
          <p:nvPr/>
        </p:nvSpPr>
        <p:spPr>
          <a:xfrm>
            <a:off x="4251960" y="1983080"/>
            <a:ext cx="3200400" cy="188620"/>
          </a:xfrm>
          <a:prstGeom prst="rect">
            <a:avLst/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Name EVENTS"/>
          <p:cNvSpPr txBox="1"/>
          <p:nvPr/>
        </p:nvSpPr>
        <p:spPr>
          <a:xfrm>
            <a:off x="4480560" y="1828800"/>
            <a:ext cx="2743200" cy="2971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00" b="1" spc="250">
                <a:solidFill>
                  <a:srgbClr val="FFFFFF"/>
                </a:solidFill>
              </a:rPr>
              <a:t>EVENTS</a:t>
            </a:r>
          </a:p>
        </p:txBody>
      </p:sp>
      <p:sp>
        <p:nvSpPr>
          <p:cNvPr id="69" name="Fields EVENTS"/>
          <p:cNvSpPr txBox="1"/>
          <p:nvPr/>
        </p:nvSpPr>
        <p:spPr>
          <a:xfrm>
            <a:off x="4480560" y="2286000"/>
            <a:ext cx="2743200" cy="1143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50" b="1" spc="0">
                <a:solidFill>
                  <a:srgbClr val="2A2320"/>
                </a:solidFill>
              </a:rPr>
              <a:t>event_id  PK</a:t>
            </a:r>
          </a:p>
          <a:p>
            <a:pPr algn="l">
              <a:lnSpc>
                <a:spcPct val="100000"/>
              </a:lnSpc>
              <a:spcBef>
                <a:spcPts val="850"/>
              </a:spcBef>
            </a:pPr>
            <a:r>
              <a:rPr lang="en-US" sz="1050" b="0" spc="0">
                <a:solidFill>
                  <a:srgbClr val="6E6259"/>
                </a:solidFill>
              </a:rPr>
              <a:t>title</a:t>
            </a:r>
          </a:p>
          <a:p>
            <a:pPr algn="l">
              <a:lnSpc>
                <a:spcPct val="100000"/>
              </a:lnSpc>
              <a:spcBef>
                <a:spcPts val="850"/>
              </a:spcBef>
            </a:pPr>
            <a:r>
              <a:rPr lang="en-US" sz="1050" b="0" spc="0">
                <a:solidFill>
                  <a:srgbClr val="6E6259"/>
                </a:solidFill>
              </a:rPr>
              <a:t>venue</a:t>
            </a:r>
          </a:p>
          <a:p>
            <a:pPr algn="l">
              <a:lnSpc>
                <a:spcPct val="100000"/>
              </a:lnSpc>
              <a:spcBef>
                <a:spcPts val="850"/>
              </a:spcBef>
            </a:pPr>
            <a:r>
              <a:rPr lang="en-US" sz="1050" b="0" spc="0">
                <a:solidFill>
                  <a:srgbClr val="6E6259"/>
                </a:solidFill>
              </a:rPr>
              <a:t>start_time</a:t>
            </a:r>
          </a:p>
        </p:txBody>
      </p:sp>
      <p:sp>
        <p:nvSpPr>
          <p:cNvPr id="70" name="Box TICKET_TYPES"/>
          <p:cNvSpPr/>
          <p:nvPr/>
        </p:nvSpPr>
        <p:spPr>
          <a:xfrm>
            <a:off x="7955280" y="1783080"/>
            <a:ext cx="3200400" cy="1737360"/>
          </a:xfrm>
          <a:prstGeom prst="roundRect">
            <a:avLst>
              <a:gd name="adj" fmla="val 3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" name="Head TICKET_TYPES"/>
          <p:cNvSpPr/>
          <p:nvPr/>
        </p:nvSpPr>
        <p:spPr>
          <a:xfrm>
            <a:off x="7955280" y="1783080"/>
            <a:ext cx="3200400" cy="388620"/>
          </a:xfrm>
          <a:prstGeom prst="roundRect">
            <a:avLst>
              <a:gd name="adj" fmla="val 3000"/>
            </a:avLst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Headfix TICKET_TYPES"/>
          <p:cNvSpPr/>
          <p:nvPr/>
        </p:nvSpPr>
        <p:spPr>
          <a:xfrm>
            <a:off x="7955280" y="1983080"/>
            <a:ext cx="3200400" cy="188620"/>
          </a:xfrm>
          <a:prstGeom prst="rect">
            <a:avLst/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Name TICKET_TYPES"/>
          <p:cNvSpPr txBox="1"/>
          <p:nvPr/>
        </p:nvSpPr>
        <p:spPr>
          <a:xfrm>
            <a:off x="8183880" y="1828800"/>
            <a:ext cx="2743200" cy="2971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00" b="1" spc="250">
                <a:solidFill>
                  <a:srgbClr val="FFFFFF"/>
                </a:solidFill>
              </a:rPr>
              <a:t>TICKET_TYPES</a:t>
            </a:r>
          </a:p>
        </p:txBody>
      </p:sp>
      <p:sp>
        <p:nvSpPr>
          <p:cNvPr id="74" name="Fields TICKET_TYPES"/>
          <p:cNvSpPr txBox="1"/>
          <p:nvPr/>
        </p:nvSpPr>
        <p:spPr>
          <a:xfrm>
            <a:off x="8183880" y="2286000"/>
            <a:ext cx="2743200" cy="1143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50" b="1" spc="0">
                <a:solidFill>
                  <a:srgbClr val="2A2320"/>
                </a:solidFill>
              </a:rPr>
              <a:t>type_id  PK</a:t>
            </a:r>
          </a:p>
          <a:p>
            <a:pPr algn="l">
              <a:lnSpc>
                <a:spcPct val="100000"/>
              </a:lnSpc>
              <a:spcBef>
                <a:spcPts val="850"/>
              </a:spcBef>
            </a:pPr>
            <a:r>
              <a:rPr lang="en-US" sz="1050" b="0" spc="0">
                <a:solidFill>
                  <a:srgbClr val="6E6259"/>
                </a:solidFill>
              </a:rPr>
              <a:t>event_id  FK</a:t>
            </a:r>
          </a:p>
          <a:p>
            <a:pPr algn="l">
              <a:lnSpc>
                <a:spcPct val="100000"/>
              </a:lnSpc>
              <a:spcBef>
                <a:spcPts val="850"/>
              </a:spcBef>
            </a:pPr>
            <a:r>
              <a:rPr lang="en-US" sz="1050" b="0" spc="0">
                <a:solidFill>
                  <a:srgbClr val="6E6259"/>
                </a:solidFill>
              </a:rPr>
              <a:t>price</a:t>
            </a:r>
          </a:p>
          <a:p>
            <a:pPr algn="l">
              <a:lnSpc>
                <a:spcPct val="100000"/>
              </a:lnSpc>
              <a:spcBef>
                <a:spcPts val="850"/>
              </a:spcBef>
            </a:pPr>
            <a:r>
              <a:rPr lang="en-US" sz="1050" b="0" spc="0">
                <a:solidFill>
                  <a:srgbClr val="6E6259"/>
                </a:solidFill>
              </a:rPr>
              <a:t>quantity</a:t>
            </a:r>
          </a:p>
        </p:txBody>
      </p:sp>
      <p:sp>
        <p:nvSpPr>
          <p:cNvPr id="75" name="Box ORDERS"/>
          <p:cNvSpPr/>
          <p:nvPr/>
        </p:nvSpPr>
        <p:spPr>
          <a:xfrm>
            <a:off x="548640" y="4114800"/>
            <a:ext cx="3200400" cy="1737360"/>
          </a:xfrm>
          <a:prstGeom prst="roundRect">
            <a:avLst>
              <a:gd name="adj" fmla="val 3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6" name="Head ORDERS"/>
          <p:cNvSpPr/>
          <p:nvPr/>
        </p:nvSpPr>
        <p:spPr>
          <a:xfrm>
            <a:off x="548640" y="4114800"/>
            <a:ext cx="3200400" cy="388620"/>
          </a:xfrm>
          <a:prstGeom prst="roundRect">
            <a:avLst>
              <a:gd name="adj" fmla="val 3000"/>
            </a:avLst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7" name="Headfix ORDERS"/>
          <p:cNvSpPr/>
          <p:nvPr/>
        </p:nvSpPr>
        <p:spPr>
          <a:xfrm>
            <a:off x="548640" y="4314800"/>
            <a:ext cx="3200400" cy="188620"/>
          </a:xfrm>
          <a:prstGeom prst="rect">
            <a:avLst/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8" name="Name ORDERS"/>
          <p:cNvSpPr txBox="1"/>
          <p:nvPr/>
        </p:nvSpPr>
        <p:spPr>
          <a:xfrm>
            <a:off x="777240" y="4160520"/>
            <a:ext cx="2743200" cy="2971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00" b="1" spc="250">
                <a:solidFill>
                  <a:srgbClr val="FFFFFF"/>
                </a:solidFill>
              </a:rPr>
              <a:t>ORDERS</a:t>
            </a:r>
          </a:p>
        </p:txBody>
      </p:sp>
      <p:sp>
        <p:nvSpPr>
          <p:cNvPr id="79" name="Fields ORDERS"/>
          <p:cNvSpPr txBox="1"/>
          <p:nvPr/>
        </p:nvSpPr>
        <p:spPr>
          <a:xfrm>
            <a:off x="777240" y="4617720"/>
            <a:ext cx="2743200" cy="1143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50" b="1" spc="0">
                <a:solidFill>
                  <a:srgbClr val="2A2320"/>
                </a:solidFill>
              </a:rPr>
              <a:t>order_id  PK</a:t>
            </a:r>
          </a:p>
          <a:p>
            <a:pPr algn="l">
              <a:lnSpc>
                <a:spcPct val="100000"/>
              </a:lnSpc>
              <a:spcBef>
                <a:spcPts val="850"/>
              </a:spcBef>
            </a:pPr>
            <a:r>
              <a:rPr lang="en-US" sz="1050" b="0" spc="0">
                <a:solidFill>
                  <a:srgbClr val="6E6259"/>
                </a:solidFill>
              </a:rPr>
              <a:t>user_id  FK</a:t>
            </a:r>
          </a:p>
          <a:p>
            <a:pPr algn="l">
              <a:lnSpc>
                <a:spcPct val="100000"/>
              </a:lnSpc>
              <a:spcBef>
                <a:spcPts val="850"/>
              </a:spcBef>
            </a:pPr>
            <a:r>
              <a:rPr lang="en-US" sz="1050" b="0" spc="0">
                <a:solidFill>
                  <a:srgbClr val="6E6259"/>
                </a:solidFill>
              </a:rPr>
              <a:t>status</a:t>
            </a:r>
          </a:p>
          <a:p>
            <a:pPr algn="l">
              <a:lnSpc>
                <a:spcPct val="100000"/>
              </a:lnSpc>
              <a:spcBef>
                <a:spcPts val="850"/>
              </a:spcBef>
            </a:pPr>
            <a:r>
              <a:rPr lang="en-US" sz="1050" b="0" spc="0">
                <a:solidFill>
                  <a:srgbClr val="6E6259"/>
                </a:solidFill>
              </a:rPr>
              <a:t>created_at</a:t>
            </a:r>
          </a:p>
        </p:txBody>
      </p:sp>
      <p:sp>
        <p:nvSpPr>
          <p:cNvPr id="80" name="Box PAYMENTS"/>
          <p:cNvSpPr/>
          <p:nvPr/>
        </p:nvSpPr>
        <p:spPr>
          <a:xfrm>
            <a:off x="4251960" y="4114800"/>
            <a:ext cx="3200400" cy="1737360"/>
          </a:xfrm>
          <a:prstGeom prst="roundRect">
            <a:avLst>
              <a:gd name="adj" fmla="val 3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1" name="Head PAYMENTS"/>
          <p:cNvSpPr/>
          <p:nvPr/>
        </p:nvSpPr>
        <p:spPr>
          <a:xfrm>
            <a:off x="4251960" y="4114800"/>
            <a:ext cx="3200400" cy="388620"/>
          </a:xfrm>
          <a:prstGeom prst="roundRect">
            <a:avLst>
              <a:gd name="adj" fmla="val 3000"/>
            </a:avLst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2" name="Headfix PAYMENTS"/>
          <p:cNvSpPr/>
          <p:nvPr/>
        </p:nvSpPr>
        <p:spPr>
          <a:xfrm>
            <a:off x="4251960" y="4314800"/>
            <a:ext cx="3200400" cy="188620"/>
          </a:xfrm>
          <a:prstGeom prst="rect">
            <a:avLst/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3" name="Name PAYMENTS"/>
          <p:cNvSpPr txBox="1"/>
          <p:nvPr/>
        </p:nvSpPr>
        <p:spPr>
          <a:xfrm>
            <a:off x="4480560" y="4160520"/>
            <a:ext cx="2743200" cy="2971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00" b="1" spc="250">
                <a:solidFill>
                  <a:srgbClr val="FFFFFF"/>
                </a:solidFill>
              </a:rPr>
              <a:t>PAYMENTS</a:t>
            </a:r>
          </a:p>
        </p:txBody>
      </p:sp>
      <p:sp>
        <p:nvSpPr>
          <p:cNvPr id="84" name="Fields PAYMENTS"/>
          <p:cNvSpPr txBox="1"/>
          <p:nvPr/>
        </p:nvSpPr>
        <p:spPr>
          <a:xfrm>
            <a:off x="4480560" y="4617720"/>
            <a:ext cx="2743200" cy="1143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50" b="1" spc="0">
                <a:solidFill>
                  <a:srgbClr val="2A2320"/>
                </a:solidFill>
              </a:rPr>
              <a:t>payment_id  PK</a:t>
            </a:r>
          </a:p>
          <a:p>
            <a:pPr algn="l">
              <a:lnSpc>
                <a:spcPct val="100000"/>
              </a:lnSpc>
              <a:spcBef>
                <a:spcPts val="850"/>
              </a:spcBef>
            </a:pPr>
            <a:r>
              <a:rPr lang="en-US" sz="1050" b="0" spc="0">
                <a:solidFill>
                  <a:srgbClr val="6E6259"/>
                </a:solidFill>
              </a:rPr>
              <a:t>order_id  FK</a:t>
            </a:r>
          </a:p>
          <a:p>
            <a:pPr algn="l">
              <a:lnSpc>
                <a:spcPct val="100000"/>
              </a:lnSpc>
              <a:spcBef>
                <a:spcPts val="850"/>
              </a:spcBef>
            </a:pPr>
            <a:r>
              <a:rPr lang="en-US" sz="1050" b="0" spc="0">
                <a:solidFill>
                  <a:srgbClr val="6E6259"/>
                </a:solidFill>
              </a:rPr>
              <a:t>amount</a:t>
            </a:r>
          </a:p>
          <a:p>
            <a:pPr algn="l">
              <a:lnSpc>
                <a:spcPct val="100000"/>
              </a:lnSpc>
              <a:spcBef>
                <a:spcPts val="850"/>
              </a:spcBef>
            </a:pPr>
            <a:r>
              <a:rPr lang="en-US" sz="1050" b="0" spc="0">
                <a:solidFill>
                  <a:srgbClr val="6E6259"/>
                </a:solidFill>
              </a:rPr>
              <a:t>method</a:t>
            </a:r>
          </a:p>
        </p:txBody>
      </p:sp>
      <p:sp>
        <p:nvSpPr>
          <p:cNvPr id="85" name="Box ORDER_ITEMS"/>
          <p:cNvSpPr/>
          <p:nvPr/>
        </p:nvSpPr>
        <p:spPr>
          <a:xfrm>
            <a:off x="7955280" y="4114800"/>
            <a:ext cx="3200400" cy="1737360"/>
          </a:xfrm>
          <a:prstGeom prst="roundRect">
            <a:avLst>
              <a:gd name="adj" fmla="val 3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6" name="Head ORDER_ITEMS"/>
          <p:cNvSpPr/>
          <p:nvPr/>
        </p:nvSpPr>
        <p:spPr>
          <a:xfrm>
            <a:off x="7955280" y="4114800"/>
            <a:ext cx="3200400" cy="388620"/>
          </a:xfrm>
          <a:prstGeom prst="roundRect">
            <a:avLst>
              <a:gd name="adj" fmla="val 3000"/>
            </a:avLst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7" name="Headfix ORDER_ITEMS"/>
          <p:cNvSpPr/>
          <p:nvPr/>
        </p:nvSpPr>
        <p:spPr>
          <a:xfrm>
            <a:off x="7955280" y="4314800"/>
            <a:ext cx="3200400" cy="188620"/>
          </a:xfrm>
          <a:prstGeom prst="rect">
            <a:avLst/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8" name="Name ORDER_ITEMS"/>
          <p:cNvSpPr txBox="1"/>
          <p:nvPr/>
        </p:nvSpPr>
        <p:spPr>
          <a:xfrm>
            <a:off x="8183880" y="4160520"/>
            <a:ext cx="2743200" cy="2971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00" b="1" spc="250">
                <a:solidFill>
                  <a:srgbClr val="FFFFFF"/>
                </a:solidFill>
              </a:rPr>
              <a:t>ORDER_ITEMS</a:t>
            </a:r>
          </a:p>
        </p:txBody>
      </p:sp>
      <p:sp>
        <p:nvSpPr>
          <p:cNvPr id="89" name="Fields ORDER_ITEMS"/>
          <p:cNvSpPr txBox="1"/>
          <p:nvPr/>
        </p:nvSpPr>
        <p:spPr>
          <a:xfrm>
            <a:off x="8183880" y="4617720"/>
            <a:ext cx="2743200" cy="1143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50" b="1" spc="0">
                <a:solidFill>
                  <a:srgbClr val="2A2320"/>
                </a:solidFill>
              </a:rPr>
              <a:t>item_id  PK</a:t>
            </a:r>
          </a:p>
          <a:p>
            <a:pPr algn="l">
              <a:lnSpc>
                <a:spcPct val="100000"/>
              </a:lnSpc>
              <a:spcBef>
                <a:spcPts val="850"/>
              </a:spcBef>
            </a:pPr>
            <a:r>
              <a:rPr lang="en-US" sz="1050" b="0" spc="0">
                <a:solidFill>
                  <a:srgbClr val="6E6259"/>
                </a:solidFill>
              </a:rPr>
              <a:t>order_id  FK</a:t>
            </a:r>
          </a:p>
          <a:p>
            <a:pPr algn="l">
              <a:lnSpc>
                <a:spcPct val="100000"/>
              </a:lnSpc>
              <a:spcBef>
                <a:spcPts val="850"/>
              </a:spcBef>
            </a:pPr>
            <a:r>
              <a:rPr lang="en-US" sz="1050" b="0" spc="0">
                <a:solidFill>
                  <a:srgbClr val="6E6259"/>
                </a:solidFill>
              </a:rPr>
              <a:t>type_id  FK</a:t>
            </a:r>
          </a:p>
          <a:p>
            <a:pPr algn="l">
              <a:lnSpc>
                <a:spcPct val="100000"/>
              </a:lnSpc>
              <a:spcBef>
                <a:spcPts val="850"/>
              </a:spcBef>
            </a:pPr>
            <a:r>
              <a:rPr lang="en-US" sz="1050" b="0" spc="0">
                <a:solidFill>
                  <a:srgbClr val="6E6259"/>
                </a:solidFill>
              </a:rPr>
              <a:t>qty</a:t>
            </a:r>
          </a:p>
        </p:txBody>
      </p:sp>
      <p:sp>
        <p:nvSpPr>
          <p:cNvPr id="90" name="L"/>
          <p:cNvSpPr/>
          <p:nvPr/>
        </p:nvSpPr>
        <p:spPr>
          <a:xfrm>
            <a:off x="7452360" y="2860243"/>
            <a:ext cx="502920" cy="19050"/>
          </a:xfrm>
          <a:prstGeom prst="rect">
            <a:avLst/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" name="C"/>
          <p:cNvSpPr txBox="1">
            <a:spLocks/>
          </p:cNvSpPr>
          <p:nvPr/>
        </p:nvSpPr>
        <p:spPr>
          <a:xfrm>
            <a:off x="7392360" y="2600243"/>
            <a:ext cx="622920" cy="2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900" b="1" spc="60" dirty="0">
                <a:solidFill>
                  <a:srgbClr val="6E6259"/>
                </a:solidFill>
              </a:rPr>
              <a:t>1 : N</a:t>
            </a:r>
          </a:p>
        </p:txBody>
      </p:sp>
      <p:sp>
        <p:nvSpPr>
          <p:cNvPr id="92" name="L"/>
          <p:cNvSpPr/>
          <p:nvPr/>
        </p:nvSpPr>
        <p:spPr>
          <a:xfrm>
            <a:off x="3749040" y="5191963"/>
            <a:ext cx="502920" cy="19050"/>
          </a:xfrm>
          <a:prstGeom prst="rect">
            <a:avLst/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3" name="C"/>
          <p:cNvSpPr txBox="1">
            <a:spLocks/>
          </p:cNvSpPr>
          <p:nvPr/>
        </p:nvSpPr>
        <p:spPr>
          <a:xfrm>
            <a:off x="3689040" y="4931963"/>
            <a:ext cx="622920" cy="2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900" b="1" spc="60">
                <a:solidFill>
                  <a:srgbClr val="6E6259"/>
                </a:solidFill>
              </a:rPr>
              <a:t>1 : 1</a:t>
            </a:r>
          </a:p>
        </p:txBody>
      </p:sp>
      <p:sp>
        <p:nvSpPr>
          <p:cNvPr id="94" name="L"/>
          <p:cNvSpPr/>
          <p:nvPr/>
        </p:nvSpPr>
        <p:spPr>
          <a:xfrm>
            <a:off x="2139315" y="3520440"/>
            <a:ext cx="19050" cy="594360"/>
          </a:xfrm>
          <a:prstGeom prst="rect">
            <a:avLst/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5" name="C"/>
          <p:cNvSpPr txBox="1">
            <a:spLocks/>
          </p:cNvSpPr>
          <p:nvPr/>
        </p:nvSpPr>
        <p:spPr>
          <a:xfrm>
            <a:off x="2179315" y="3697620"/>
            <a:ext cx="900000" cy="2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900" b="1" spc="60">
                <a:solidFill>
                  <a:srgbClr val="6E6259"/>
                </a:solidFill>
              </a:rPr>
              <a:t>1 : N</a:t>
            </a:r>
          </a:p>
        </p:txBody>
      </p:sp>
      <p:sp>
        <p:nvSpPr>
          <p:cNvPr id="96" name="L"/>
          <p:cNvSpPr/>
          <p:nvPr/>
        </p:nvSpPr>
        <p:spPr>
          <a:xfrm>
            <a:off x="9545955" y="3520440"/>
            <a:ext cx="19050" cy="594360"/>
          </a:xfrm>
          <a:prstGeom prst="rect">
            <a:avLst/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7" name="C"/>
          <p:cNvSpPr txBox="1"/>
          <p:nvPr/>
        </p:nvSpPr>
        <p:spPr>
          <a:xfrm>
            <a:off x="9585955" y="3697620"/>
            <a:ext cx="900000" cy="2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900" b="1" spc="60">
                <a:solidFill>
                  <a:srgbClr val="6E6259"/>
                </a:solidFill>
              </a:rPr>
              <a:t>1 : N</a:t>
            </a:r>
          </a:p>
        </p:txBody>
      </p:sp>
      <p:sp>
        <p:nvSpPr>
          <p:cNvPr id="98" name="L"/>
          <p:cNvSpPr/>
          <p:nvPr/>
        </p:nvSpPr>
        <p:spPr>
          <a:xfrm>
            <a:off x="2139315" y="5852160"/>
            <a:ext cx="19050" cy="274320"/>
          </a:xfrm>
          <a:prstGeom prst="rect">
            <a:avLst/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9" name="L"/>
          <p:cNvSpPr/>
          <p:nvPr/>
        </p:nvSpPr>
        <p:spPr>
          <a:xfrm>
            <a:off x="2139315" y="6126480"/>
            <a:ext cx="7425690" cy="19050"/>
          </a:xfrm>
          <a:prstGeom prst="rect">
            <a:avLst/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L"/>
          <p:cNvSpPr/>
          <p:nvPr/>
        </p:nvSpPr>
        <p:spPr>
          <a:xfrm>
            <a:off x="9545955" y="5852160"/>
            <a:ext cx="19050" cy="274320"/>
          </a:xfrm>
          <a:prstGeom prst="rect">
            <a:avLst/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C"/>
          <p:cNvSpPr txBox="1"/>
          <p:nvPr/>
        </p:nvSpPr>
        <p:spPr>
          <a:xfrm>
            <a:off x="2377440" y="5852160"/>
            <a:ext cx="1400000" cy="2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900" b="1" spc="60">
                <a:solidFill>
                  <a:srgbClr val="6E6259"/>
                </a:solidFill>
              </a:rPr>
              <a:t>1 : N</a:t>
            </a:r>
          </a:p>
        </p:txBody>
      </p:sp>
      <p:sp>
        <p:nvSpPr>
          <p:cNvPr id="900" name="Slide Number"/>
          <p:cNvSpPr txBox="1"/>
          <p:nvPr/>
        </p:nvSpPr>
        <p:spPr>
          <a:xfrm>
            <a:off x="10363200" y="6172200"/>
            <a:ext cx="128016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buNone/>
            </a:pPr>
            <a:fld id="{7B909D8B-18DD-4428-A08F-BBD0FC0EB2B4}" type="slidenum">
              <a:rPr lang="en-US" sz="1100">
                <a:solidFill>
                  <a:srgbClr val="9B8F83"/>
                </a:solidFill>
              </a:rPr>
              <a:t>4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982603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Accent bar"/>
          <p:cNvSpPr/>
          <p:nvPr/>
        </p:nvSpPr>
        <p:spPr>
          <a:xfrm>
            <a:off x="548640" y="594360"/>
            <a:ext cx="228600" cy="91440"/>
          </a:xfrm>
          <a:prstGeom prst="rect">
            <a:avLst/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itle"/>
          <p:cNvSpPr txBox="1"/>
          <p:nvPr/>
        </p:nvSpPr>
        <p:spPr>
          <a:xfrm>
            <a:off x="548640" y="742000"/>
            <a:ext cx="9500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200" b="1" spc="0">
                <a:solidFill>
                  <a:srgbClr val="2A2320"/>
                </a:solidFill>
              </a:rPr>
              <a:t>Flexible Event Content in MongoDB</a:t>
            </a:r>
          </a:p>
        </p:txBody>
      </p:sp>
      <p:sp>
        <p:nvSpPr>
          <p:cNvPr id="53" name="Subtitle"/>
          <p:cNvSpPr txBox="1"/>
          <p:nvPr/>
        </p:nvSpPr>
        <p:spPr>
          <a:xfrm>
            <a:off x="548640" y="1374460"/>
            <a:ext cx="10000000" cy="300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b="0" spc="0">
                <a:solidFill>
                  <a:srgbClr val="6E6259"/>
                </a:solidFill>
              </a:rPr>
              <a:t>A shared event ID connects documents that can hold completely different fields</a:t>
            </a:r>
          </a:p>
        </p:txBody>
      </p:sp>
      <p:sp>
        <p:nvSpPr>
          <p:cNvPr id="60" name="Doc CONFERENCE"/>
          <p:cNvSpPr/>
          <p:nvPr/>
        </p:nvSpPr>
        <p:spPr>
          <a:xfrm>
            <a:off x="548640" y="1828800"/>
            <a:ext cx="4708525" cy="4114800"/>
          </a:xfrm>
          <a:prstGeom prst="roundRect">
            <a:avLst>
              <a:gd name="adj" fmla="val 25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Tag CONFERENCE"/>
          <p:cNvSpPr/>
          <p:nvPr/>
        </p:nvSpPr>
        <p:spPr>
          <a:xfrm>
            <a:off x="868680" y="214884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Tagtext CONFERENCE"/>
          <p:cNvSpPr txBox="1"/>
          <p:nvPr/>
        </p:nvSpPr>
        <p:spPr>
          <a:xfrm>
            <a:off x="868680" y="2148840"/>
            <a:ext cx="1600200" cy="4114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00" b="1" spc="250">
                <a:solidFill>
                  <a:srgbClr val="FFFFFF"/>
                </a:solidFill>
              </a:rPr>
              <a:t>CONFERENCE</a:t>
            </a:r>
          </a:p>
        </p:txBody>
      </p:sp>
      <p:sp>
        <p:nvSpPr>
          <p:cNvPr id="63" name="Name CONFERENCE"/>
          <p:cNvSpPr txBox="1"/>
          <p:nvPr/>
        </p:nvSpPr>
        <p:spPr>
          <a:xfrm>
            <a:off x="868680" y="2743200"/>
            <a:ext cx="4068445" cy="8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000" b="1" spc="0">
                <a:solidFill>
                  <a:srgbClr val="2A2320"/>
                </a:solidFill>
              </a:rPr>
              <a:t>AI and Data Science Conference</a:t>
            </a:r>
          </a:p>
        </p:txBody>
      </p:sp>
      <p:sp>
        <p:nvSpPr>
          <p:cNvPr id="64" name="Fields CONFERENCE"/>
          <p:cNvSpPr txBox="1"/>
          <p:nvPr/>
        </p:nvSpPr>
        <p:spPr>
          <a:xfrm>
            <a:off x="868680" y="3749040"/>
            <a:ext cx="4068445" cy="195000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50" b="1" spc="0">
                <a:solidFill>
                  <a:srgbClr val="2A2320"/>
                </a:solidFill>
              </a:rPr>
              <a:t>eventId: 101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lang="en-US" sz="1150" b="0" spc="0">
                <a:solidFill>
                  <a:srgbClr val="6E6259"/>
                </a:solidFill>
              </a:rPr>
              <a:t>tags: [AI, Data Science, ML]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lang="en-US" sz="1150" b="0" spc="0">
                <a:solidFill>
                  <a:srgbClr val="6E6259"/>
                </a:solidFill>
              </a:rPr>
              <a:t>speakers: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lang="en-US" sz="1150" b="0" spc="0">
                <a:solidFill>
                  <a:srgbClr val="6E6259"/>
                </a:solidFill>
              </a:rPr>
              <a:t>   Maria Chen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lang="en-US" sz="1150" b="0" spc="0">
                <a:solidFill>
                  <a:srgbClr val="6E6259"/>
                </a:solidFill>
              </a:rPr>
              <a:t>   Daniel Ruiz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lang="en-US" sz="1150" b="0" spc="0">
                <a:solidFill>
                  <a:srgbClr val="6E6259"/>
                </a:solidFill>
              </a:rPr>
              <a:t>schedule: [09:00, 11:00]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lang="en-US" sz="1150" b="0" spc="0">
                <a:solidFill>
                  <a:srgbClr val="6E6259"/>
                </a:solidFill>
              </a:rPr>
              <a:t>reviews: [5, 4]</a:t>
            </a:r>
          </a:p>
        </p:txBody>
      </p:sp>
      <p:sp>
        <p:nvSpPr>
          <p:cNvPr id="65" name="Doc CONCERT"/>
          <p:cNvSpPr/>
          <p:nvPr/>
        </p:nvSpPr>
        <p:spPr>
          <a:xfrm>
            <a:off x="6934835" y="1828800"/>
            <a:ext cx="4708525" cy="4114800"/>
          </a:xfrm>
          <a:prstGeom prst="roundRect">
            <a:avLst>
              <a:gd name="adj" fmla="val 25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6" name="Tag CONCERT"/>
          <p:cNvSpPr/>
          <p:nvPr/>
        </p:nvSpPr>
        <p:spPr>
          <a:xfrm>
            <a:off x="7254875" y="214884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Tagtext CONCERT"/>
          <p:cNvSpPr txBox="1"/>
          <p:nvPr/>
        </p:nvSpPr>
        <p:spPr>
          <a:xfrm>
            <a:off x="7254875" y="2148840"/>
            <a:ext cx="1600200" cy="4114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00" b="1" spc="250">
                <a:solidFill>
                  <a:srgbClr val="FFFFFF"/>
                </a:solidFill>
              </a:rPr>
              <a:t>CONCERT</a:t>
            </a:r>
          </a:p>
        </p:txBody>
      </p:sp>
      <p:sp>
        <p:nvSpPr>
          <p:cNvPr id="68" name="Name CONCERT"/>
          <p:cNvSpPr txBox="1"/>
          <p:nvPr/>
        </p:nvSpPr>
        <p:spPr>
          <a:xfrm>
            <a:off x="7254875" y="2743200"/>
            <a:ext cx="4068445" cy="8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000" b="1" spc="0">
                <a:solidFill>
                  <a:srgbClr val="2A2320"/>
                </a:solidFill>
              </a:rPr>
              <a:t>Rock Under the Stars</a:t>
            </a:r>
          </a:p>
        </p:txBody>
      </p:sp>
      <p:sp>
        <p:nvSpPr>
          <p:cNvPr id="69" name="Fields CONCERT"/>
          <p:cNvSpPr txBox="1"/>
          <p:nvPr/>
        </p:nvSpPr>
        <p:spPr>
          <a:xfrm>
            <a:off x="7254875" y="3749040"/>
            <a:ext cx="4068445" cy="195000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50" b="1" spc="0">
                <a:solidFill>
                  <a:srgbClr val="2A2320"/>
                </a:solidFill>
              </a:rPr>
              <a:t>eventId: 108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lang="en-US" sz="1150" b="0" spc="0">
                <a:solidFill>
                  <a:srgbClr val="6E6259"/>
                </a:solidFill>
              </a:rPr>
              <a:t>performers: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lang="en-US" sz="1150" b="0" spc="0">
                <a:solidFill>
                  <a:srgbClr val="6E6259"/>
                </a:solidFill>
              </a:rPr>
              <a:t>   Midnight Drive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lang="en-US" sz="1150" b="0" spc="0">
                <a:solidFill>
                  <a:srgbClr val="6E6259"/>
                </a:solidFill>
              </a:rPr>
              <a:t>   The Canyon Lights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lang="en-US" sz="1150" b="0" spc="0">
                <a:solidFill>
                  <a:srgbClr val="6E6259"/>
                </a:solidFill>
              </a:rPr>
              <a:t>genres: [Rock, Classic Rock]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lang="en-US" sz="1150" b="0" spc="0">
                <a:solidFill>
                  <a:srgbClr val="6E6259"/>
                </a:solidFill>
              </a:rPr>
              <a:t>ageRestriction: 18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lang="en-US" sz="1150" b="0" spc="0">
                <a:solidFill>
                  <a:srgbClr val="6E6259"/>
                </a:solidFill>
              </a:rPr>
              <a:t>production: { outdoor: true }</a:t>
            </a:r>
          </a:p>
        </p:txBody>
      </p:sp>
      <p:sp>
        <p:nvSpPr>
          <p:cNvPr id="70" name="Link L"/>
          <p:cNvSpPr/>
          <p:nvPr/>
        </p:nvSpPr>
        <p:spPr>
          <a:xfrm>
            <a:off x="5257165" y="3874770"/>
            <a:ext cx="244475" cy="22860"/>
          </a:xfrm>
          <a:prstGeom prst="rect">
            <a:avLst/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Link R"/>
          <p:cNvSpPr/>
          <p:nvPr/>
        </p:nvSpPr>
        <p:spPr>
          <a:xfrm>
            <a:off x="6690360" y="3874770"/>
            <a:ext cx="244475" cy="22860"/>
          </a:xfrm>
          <a:prstGeom prst="rect">
            <a:avLst/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Hub"/>
          <p:cNvSpPr/>
          <p:nvPr/>
        </p:nvSpPr>
        <p:spPr>
          <a:xfrm>
            <a:off x="5501640" y="3291840"/>
            <a:ext cx="1188720" cy="1188720"/>
          </a:xfrm>
          <a:prstGeom prst="ellipse">
            <a:avLst/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Hub text"/>
          <p:cNvSpPr txBox="1"/>
          <p:nvPr/>
        </p:nvSpPr>
        <p:spPr>
          <a:xfrm>
            <a:off x="5501640" y="3291840"/>
            <a:ext cx="1188720" cy="11887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50" b="1" spc="150">
                <a:solidFill>
                  <a:srgbClr val="FFFFFF"/>
                </a:solidFill>
              </a:rPr>
              <a:t>eventId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900" b="0" spc="0">
                <a:solidFill>
                  <a:srgbClr val="F0D9DE"/>
                </a:solidFill>
              </a:rPr>
              <a:t>101 to 108</a:t>
            </a:r>
          </a:p>
        </p:txBody>
      </p:sp>
      <p:sp>
        <p:nvSpPr>
          <p:cNvPr id="134" name="Slide Number"/>
          <p:cNvSpPr txBox="1"/>
          <p:nvPr/>
        </p:nvSpPr>
        <p:spPr>
          <a:xfrm>
            <a:off x="10363200" y="6172200"/>
            <a:ext cx="128016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buNone/>
            </a:pPr>
            <a:fld id="{05BDAD60-7AE2-4211-9358-B0AB7A0E98AF}" type="slidenum">
              <a:rPr lang="en-US" sz="1100" smtClean="0">
                <a:solidFill>
                  <a:srgbClr val="9B8F83"/>
                </a:solidFill>
              </a:rPr>
              <a:t>5</a:t>
            </a:fld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Accent bar"/>
          <p:cNvSpPr/>
          <p:nvPr/>
        </p:nvSpPr>
        <p:spPr>
          <a:xfrm>
            <a:off x="548640" y="594360"/>
            <a:ext cx="228600" cy="91440"/>
          </a:xfrm>
          <a:prstGeom prst="rect">
            <a:avLst/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itle"/>
          <p:cNvSpPr txBox="1"/>
          <p:nvPr/>
        </p:nvSpPr>
        <p:spPr>
          <a:xfrm>
            <a:off x="548640" y="742000"/>
            <a:ext cx="9500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200" b="1" spc="0">
                <a:solidFill>
                  <a:srgbClr val="2A2320"/>
                </a:solidFill>
              </a:rPr>
              <a:t>Why MongoDB for Event Content</a:t>
            </a:r>
          </a:p>
        </p:txBody>
      </p:sp>
      <p:sp>
        <p:nvSpPr>
          <p:cNvPr id="53" name="Subtitle"/>
          <p:cNvSpPr txBox="1"/>
          <p:nvPr/>
        </p:nvSpPr>
        <p:spPr>
          <a:xfrm>
            <a:off x="548640" y="1374460"/>
            <a:ext cx="10000000" cy="300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b="0" spc="0">
                <a:solidFill>
                  <a:srgbClr val="6E6259"/>
                </a:solidFill>
              </a:rPr>
              <a:t>Event details vary by type, so the content layer cannot use a fixed schema</a:t>
            </a:r>
          </a:p>
        </p:txBody>
      </p:sp>
      <p:sp>
        <p:nvSpPr>
          <p:cNvPr id="60" name="Panel RELATIONAL ONLY"/>
          <p:cNvSpPr/>
          <p:nvPr/>
        </p:nvSpPr>
        <p:spPr>
          <a:xfrm>
            <a:off x="548640" y="1828800"/>
            <a:ext cx="5486400" cy="2971800"/>
          </a:xfrm>
          <a:prstGeom prst="roundRect">
            <a:avLst>
              <a:gd name="adj" fmla="val 4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Head RELATIONAL ONLY"/>
          <p:cNvSpPr txBox="1"/>
          <p:nvPr/>
        </p:nvSpPr>
        <p:spPr>
          <a:xfrm>
            <a:off x="868680" y="2103120"/>
            <a:ext cx="484632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50" b="1" spc="250">
                <a:solidFill>
                  <a:srgbClr val="7B2338"/>
                </a:solidFill>
              </a:rPr>
              <a:t>RELATIONAL ONLY</a:t>
            </a:r>
          </a:p>
        </p:txBody>
      </p:sp>
      <p:sp>
        <p:nvSpPr>
          <p:cNvPr id="62" name="Items RELATIONAL ONLY"/>
          <p:cNvSpPr txBox="1"/>
          <p:nvPr/>
        </p:nvSpPr>
        <p:spPr>
          <a:xfrm>
            <a:off x="868680" y="2606040"/>
            <a:ext cx="4846320" cy="19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50" b="0" spc="0" dirty="0">
                <a:solidFill>
                  <a:srgbClr val="2A2320"/>
                </a:solidFill>
              </a:rPr>
              <a:t>Every new event type adds sparse columns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250" b="0" spc="0" dirty="0">
              <a:solidFill>
                <a:srgbClr val="2A232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A2320"/>
                </a:solidFill>
              </a:rPr>
              <a:t>Extra join tables for tags, speakers and lineups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50" dirty="0">
              <a:solidFill>
                <a:srgbClr val="2A232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A2320"/>
                </a:solidFill>
              </a:rPr>
              <a:t>A schema migration each time content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50" dirty="0">
              <a:solidFill>
                <a:srgbClr val="2A232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A2320"/>
                </a:solidFill>
              </a:rPr>
              <a:t>Nested details flatten awkwardly into rows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50" dirty="0">
              <a:solidFill>
                <a:srgbClr val="2A2320"/>
              </a:solidFill>
            </a:endParaRPr>
          </a:p>
        </p:txBody>
      </p:sp>
      <p:sp>
        <p:nvSpPr>
          <p:cNvPr id="63" name="Panel DOCUMENT MODEL"/>
          <p:cNvSpPr/>
          <p:nvPr/>
        </p:nvSpPr>
        <p:spPr>
          <a:xfrm>
            <a:off x="6156960" y="1828800"/>
            <a:ext cx="5486400" cy="2971800"/>
          </a:xfrm>
          <a:prstGeom prst="roundRect">
            <a:avLst>
              <a:gd name="adj" fmla="val 4000"/>
            </a:avLst>
          </a:prstGeom>
          <a:solidFill>
            <a:srgbClr val="3C2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Head DOCUMENT MODEL"/>
          <p:cNvSpPr txBox="1"/>
          <p:nvPr/>
        </p:nvSpPr>
        <p:spPr>
          <a:xfrm>
            <a:off x="6477000" y="2103120"/>
            <a:ext cx="484632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50" b="1" spc="250">
                <a:solidFill>
                  <a:srgbClr val="D89A8C"/>
                </a:solidFill>
              </a:rPr>
              <a:t>DOCUMENT MODEL</a:t>
            </a:r>
          </a:p>
        </p:txBody>
      </p:sp>
      <p:sp>
        <p:nvSpPr>
          <p:cNvPr id="65" name="Items DOCUMENT MODEL"/>
          <p:cNvSpPr txBox="1"/>
          <p:nvPr/>
        </p:nvSpPr>
        <p:spPr>
          <a:xfrm>
            <a:off x="6477000" y="2606040"/>
            <a:ext cx="4846320" cy="19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50" b="0" spc="0" dirty="0">
                <a:solidFill>
                  <a:srgbClr val="FFFFFF"/>
                </a:solidFill>
              </a:rPr>
              <a:t>Each event document carries only its own fields</a:t>
            </a:r>
          </a:p>
          <a:p>
            <a:pPr marL="285750" indent="-285750" algn="l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sz="1250" b="0" spc="0" dirty="0">
                <a:solidFill>
                  <a:srgbClr val="FFFFFF"/>
                </a:solidFill>
              </a:rPr>
              <a:t>Arrays and nested objects stored as written</a:t>
            </a:r>
          </a:p>
          <a:p>
            <a:pPr marL="285750" indent="-285750" algn="l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sz="1250" b="0" spc="0" dirty="0">
                <a:solidFill>
                  <a:srgbClr val="FFFFFF"/>
                </a:solidFill>
              </a:rPr>
              <a:t>New event types need no migration</a:t>
            </a:r>
          </a:p>
          <a:p>
            <a:pPr marL="285750" indent="-285750" algn="l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sz="1250" b="0" spc="0" dirty="0">
                <a:solidFill>
                  <a:srgbClr val="FFFFFF"/>
                </a:solidFill>
              </a:rPr>
              <a:t>Indexes on </a:t>
            </a:r>
            <a:r>
              <a:rPr lang="en-US" sz="1250" b="0" spc="0" dirty="0" err="1">
                <a:solidFill>
                  <a:srgbClr val="FFFFFF"/>
                </a:solidFill>
              </a:rPr>
              <a:t>eventId</a:t>
            </a:r>
            <a:r>
              <a:rPr lang="en-US" sz="1250" b="0" spc="0" dirty="0">
                <a:solidFill>
                  <a:srgbClr val="FFFFFF"/>
                </a:solidFill>
              </a:rPr>
              <a:t> and tags keep reads fast</a:t>
            </a:r>
          </a:p>
        </p:txBody>
      </p:sp>
      <p:sp>
        <p:nvSpPr>
          <p:cNvPr id="66" name="Card events"/>
          <p:cNvSpPr/>
          <p:nvPr/>
        </p:nvSpPr>
        <p:spPr>
          <a:xfrm>
            <a:off x="548640" y="5029200"/>
            <a:ext cx="3474720" cy="1005840"/>
          </a:xfrm>
          <a:prstGeom prst="roundRect">
            <a:avLst>
              <a:gd name="adj" fmla="val 8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7" name="Rule events"/>
          <p:cNvSpPr/>
          <p:nvPr/>
        </p:nvSpPr>
        <p:spPr>
          <a:xfrm>
            <a:off x="822960" y="5303520"/>
            <a:ext cx="182880" cy="45720"/>
          </a:xfrm>
          <a:prstGeom prst="rect">
            <a:avLst/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Cn events"/>
          <p:cNvSpPr txBox="1"/>
          <p:nvPr/>
        </p:nvSpPr>
        <p:spPr>
          <a:xfrm>
            <a:off x="822960" y="5440680"/>
            <a:ext cx="2926080" cy="280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300" b="1" spc="0">
                <a:solidFill>
                  <a:srgbClr val="2A2320"/>
                </a:solidFill>
              </a:rPr>
              <a:t>events</a:t>
            </a:r>
          </a:p>
        </p:txBody>
      </p:sp>
      <p:sp>
        <p:nvSpPr>
          <p:cNvPr id="69" name="Cd events"/>
          <p:cNvSpPr txBox="1"/>
          <p:nvPr/>
        </p:nvSpPr>
        <p:spPr>
          <a:xfrm>
            <a:off x="822960" y="5715000"/>
            <a:ext cx="2926080" cy="240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0" spc="0">
                <a:solidFill>
                  <a:srgbClr val="6E6259"/>
                </a:solidFill>
              </a:rPr>
              <a:t>Documents for every event, one per eventId</a:t>
            </a:r>
          </a:p>
        </p:txBody>
      </p:sp>
      <p:sp>
        <p:nvSpPr>
          <p:cNvPr id="70" name="Card reviews"/>
          <p:cNvSpPr/>
          <p:nvPr/>
        </p:nvSpPr>
        <p:spPr>
          <a:xfrm>
            <a:off x="4297680" y="5029200"/>
            <a:ext cx="3474720" cy="1005840"/>
          </a:xfrm>
          <a:prstGeom prst="roundRect">
            <a:avLst>
              <a:gd name="adj" fmla="val 8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" name="Rule reviews"/>
          <p:cNvSpPr/>
          <p:nvPr/>
        </p:nvSpPr>
        <p:spPr>
          <a:xfrm>
            <a:off x="4572000" y="5303520"/>
            <a:ext cx="182880" cy="45720"/>
          </a:xfrm>
          <a:prstGeom prst="rect">
            <a:avLst/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Cn reviews"/>
          <p:cNvSpPr txBox="1"/>
          <p:nvPr/>
        </p:nvSpPr>
        <p:spPr>
          <a:xfrm>
            <a:off x="4572000" y="5440680"/>
            <a:ext cx="2926080" cy="280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300" b="1" spc="0">
                <a:solidFill>
                  <a:srgbClr val="2A2320"/>
                </a:solidFill>
              </a:rPr>
              <a:t>reviews</a:t>
            </a:r>
          </a:p>
        </p:txBody>
      </p:sp>
      <p:sp>
        <p:nvSpPr>
          <p:cNvPr id="73" name="Cd reviews"/>
          <p:cNvSpPr txBox="1"/>
          <p:nvPr/>
        </p:nvSpPr>
        <p:spPr>
          <a:xfrm>
            <a:off x="4572000" y="5715000"/>
            <a:ext cx="2926080" cy="240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0" spc="0">
                <a:solidFill>
                  <a:srgbClr val="6E6259"/>
                </a:solidFill>
              </a:rPr>
              <a:t>Ratings and comments attached to an event</a:t>
            </a:r>
          </a:p>
        </p:txBody>
      </p:sp>
      <p:sp>
        <p:nvSpPr>
          <p:cNvPr id="74" name="Card event_views"/>
          <p:cNvSpPr/>
          <p:nvPr/>
        </p:nvSpPr>
        <p:spPr>
          <a:xfrm>
            <a:off x="8046720" y="5029200"/>
            <a:ext cx="3474720" cy="1005840"/>
          </a:xfrm>
          <a:prstGeom prst="roundRect">
            <a:avLst>
              <a:gd name="adj" fmla="val 8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5" name="Rule event_views"/>
          <p:cNvSpPr/>
          <p:nvPr/>
        </p:nvSpPr>
        <p:spPr>
          <a:xfrm>
            <a:off x="8321040" y="5303520"/>
            <a:ext cx="182880" cy="45720"/>
          </a:xfrm>
          <a:prstGeom prst="rect">
            <a:avLst/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Cn event_views"/>
          <p:cNvSpPr txBox="1"/>
          <p:nvPr/>
        </p:nvSpPr>
        <p:spPr>
          <a:xfrm>
            <a:off x="8321040" y="5440680"/>
            <a:ext cx="2926080" cy="280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300" b="1" spc="0">
                <a:solidFill>
                  <a:srgbClr val="2A2320"/>
                </a:solidFill>
              </a:rPr>
              <a:t>event_views</a:t>
            </a:r>
          </a:p>
        </p:txBody>
      </p:sp>
      <p:sp>
        <p:nvSpPr>
          <p:cNvPr id="77" name="Cd event_views"/>
          <p:cNvSpPr txBox="1"/>
          <p:nvPr/>
        </p:nvSpPr>
        <p:spPr>
          <a:xfrm>
            <a:off x="8321040" y="5715000"/>
            <a:ext cx="2926080" cy="240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0" spc="0">
                <a:solidFill>
                  <a:srgbClr val="6E6259"/>
                </a:solidFill>
              </a:rPr>
              <a:t>View counts that feed the trending list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363200" y="6172200"/>
            <a:ext cx="128016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buNone/>
            </a:pPr>
            <a:fld id="{D316F48B-E644-4CDB-905A-C6EF79AD4FCC}" type="slidenum">
              <a:rPr lang="en-US" sz="1100" smtClean="0">
                <a:solidFill>
                  <a:srgbClr val="9B8F83"/>
                </a:solidFill>
              </a:rPr>
              <a:t>6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320171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Accent bar"/>
          <p:cNvSpPr/>
          <p:nvPr/>
        </p:nvSpPr>
        <p:spPr>
          <a:xfrm>
            <a:off x="548640" y="594360"/>
            <a:ext cx="228600" cy="91440"/>
          </a:xfrm>
          <a:prstGeom prst="rect">
            <a:avLst/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itle"/>
          <p:cNvSpPr txBox="1"/>
          <p:nvPr/>
        </p:nvSpPr>
        <p:spPr>
          <a:xfrm>
            <a:off x="548640" y="742000"/>
            <a:ext cx="9500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200" b="1" spc="0">
                <a:solidFill>
                  <a:srgbClr val="2A2320"/>
                </a:solidFill>
              </a:rPr>
              <a:t>MongoDB Operations</a:t>
            </a:r>
          </a:p>
        </p:txBody>
      </p:sp>
      <p:sp>
        <p:nvSpPr>
          <p:cNvPr id="53" name="Subtitle"/>
          <p:cNvSpPr txBox="1"/>
          <p:nvPr/>
        </p:nvSpPr>
        <p:spPr>
          <a:xfrm>
            <a:off x="548640" y="1374460"/>
            <a:ext cx="10000000" cy="300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b="0" spc="0">
                <a:solidFill>
                  <a:srgbClr val="6E6259"/>
                </a:solidFill>
              </a:rPr>
              <a:t>How the application creates, reads, updates and removes event content</a:t>
            </a:r>
          </a:p>
        </p:txBody>
      </p:sp>
      <p:sp>
        <p:nvSpPr>
          <p:cNvPr id="60" name="Card INSERT"/>
          <p:cNvSpPr/>
          <p:nvPr/>
        </p:nvSpPr>
        <p:spPr>
          <a:xfrm>
            <a:off x="548640" y="1828800"/>
            <a:ext cx="2651760" cy="2926080"/>
          </a:xfrm>
          <a:prstGeom prst="roundRect">
            <a:avLst>
              <a:gd name="adj" fmla="val 4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Tag INSERT"/>
          <p:cNvSpPr/>
          <p:nvPr/>
        </p:nvSpPr>
        <p:spPr>
          <a:xfrm>
            <a:off x="822960" y="21031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TagT INSERT"/>
          <p:cNvSpPr txBox="1"/>
          <p:nvPr/>
        </p:nvSpPr>
        <p:spPr>
          <a:xfrm>
            <a:off x="822960" y="2103120"/>
            <a:ext cx="13716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950" b="1" spc="200">
                <a:solidFill>
                  <a:srgbClr val="FFFFFF"/>
                </a:solidFill>
              </a:rPr>
              <a:t>INSERT</a:t>
            </a:r>
          </a:p>
        </p:txBody>
      </p:sp>
      <p:sp>
        <p:nvSpPr>
          <p:cNvPr id="63" name="Lab INSERT"/>
          <p:cNvSpPr txBox="1"/>
          <p:nvPr/>
        </p:nvSpPr>
        <p:spPr>
          <a:xfrm>
            <a:off x="822960" y="2606040"/>
            <a:ext cx="2103120" cy="320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1" spc="0">
                <a:solidFill>
                  <a:srgbClr val="2A2320"/>
                </a:solidFill>
              </a:rPr>
              <a:t>Create</a:t>
            </a:r>
          </a:p>
        </p:txBody>
      </p:sp>
      <p:sp>
        <p:nvSpPr>
          <p:cNvPr id="64" name="Code bg INSERT"/>
          <p:cNvSpPr/>
          <p:nvPr/>
        </p:nvSpPr>
        <p:spPr>
          <a:xfrm>
            <a:off x="822960" y="301752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E7DE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Code INSERT"/>
          <p:cNvSpPr txBox="1"/>
          <p:nvPr/>
        </p:nvSpPr>
        <p:spPr>
          <a:xfrm>
            <a:off x="914400" y="3017520"/>
            <a:ext cx="19202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900" b="1" spc="0">
                <a:solidFill>
                  <a:srgbClr val="3C2A2E"/>
                </a:solidFill>
              </a:rPr>
              <a:t>insert_one(event_doc)</a:t>
            </a:r>
          </a:p>
        </p:txBody>
      </p:sp>
      <p:sp>
        <p:nvSpPr>
          <p:cNvPr id="66" name="Desc INSERT"/>
          <p:cNvSpPr txBox="1"/>
          <p:nvPr/>
        </p:nvSpPr>
        <p:spPr>
          <a:xfrm>
            <a:off x="822960" y="3611880"/>
            <a:ext cx="2103120" cy="4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0" spc="0">
                <a:solidFill>
                  <a:srgbClr val="6E6259"/>
                </a:solidFill>
              </a:rPr>
              <a:t>Adds a new event document with only the fields that type needs</a:t>
            </a:r>
          </a:p>
        </p:txBody>
      </p:sp>
      <p:sp>
        <p:nvSpPr>
          <p:cNvPr id="67" name="Card QUERY"/>
          <p:cNvSpPr/>
          <p:nvPr/>
        </p:nvSpPr>
        <p:spPr>
          <a:xfrm>
            <a:off x="3474720" y="1828800"/>
            <a:ext cx="2651760" cy="2926080"/>
          </a:xfrm>
          <a:prstGeom prst="roundRect">
            <a:avLst>
              <a:gd name="adj" fmla="val 4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8" name="Tag QUERY"/>
          <p:cNvSpPr/>
          <p:nvPr/>
        </p:nvSpPr>
        <p:spPr>
          <a:xfrm>
            <a:off x="3749040" y="21031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TagT QUERY"/>
          <p:cNvSpPr txBox="1"/>
          <p:nvPr/>
        </p:nvSpPr>
        <p:spPr>
          <a:xfrm>
            <a:off x="3749040" y="2103120"/>
            <a:ext cx="13716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950" b="1" spc="200">
                <a:solidFill>
                  <a:srgbClr val="FFFFFF"/>
                </a:solidFill>
              </a:rPr>
              <a:t>QUERY</a:t>
            </a:r>
          </a:p>
        </p:txBody>
      </p:sp>
      <p:sp>
        <p:nvSpPr>
          <p:cNvPr id="70" name="Lab QUERY"/>
          <p:cNvSpPr txBox="1"/>
          <p:nvPr/>
        </p:nvSpPr>
        <p:spPr>
          <a:xfrm>
            <a:off x="3749040" y="2606040"/>
            <a:ext cx="2103120" cy="320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1" spc="0">
                <a:solidFill>
                  <a:srgbClr val="2A2320"/>
                </a:solidFill>
              </a:rPr>
              <a:t>Read</a:t>
            </a:r>
          </a:p>
        </p:txBody>
      </p:sp>
      <p:sp>
        <p:nvSpPr>
          <p:cNvPr id="71" name="Code bg QUERY"/>
          <p:cNvSpPr/>
          <p:nvPr/>
        </p:nvSpPr>
        <p:spPr>
          <a:xfrm>
            <a:off x="3749040" y="301752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E7DE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Code QUERY"/>
          <p:cNvSpPr txBox="1"/>
          <p:nvPr/>
        </p:nvSpPr>
        <p:spPr>
          <a:xfrm>
            <a:off x="3840480" y="3017520"/>
            <a:ext cx="19202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900" b="1" spc="0">
                <a:solidFill>
                  <a:srgbClr val="3C2A2E"/>
                </a:solidFill>
              </a:rPr>
              <a:t>find({ tags: "Rock" })</a:t>
            </a:r>
          </a:p>
        </p:txBody>
      </p:sp>
      <p:sp>
        <p:nvSpPr>
          <p:cNvPr id="73" name="Desc QUERY"/>
          <p:cNvSpPr txBox="1"/>
          <p:nvPr/>
        </p:nvSpPr>
        <p:spPr>
          <a:xfrm>
            <a:off x="3749040" y="3611880"/>
            <a:ext cx="2103120" cy="4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0" spc="0">
                <a:solidFill>
                  <a:srgbClr val="6E6259"/>
                </a:solidFill>
              </a:rPr>
              <a:t>Filters by tags, city or date range and projects the fields needed</a:t>
            </a:r>
          </a:p>
        </p:txBody>
      </p:sp>
      <p:sp>
        <p:nvSpPr>
          <p:cNvPr id="74" name="Card UPDATE"/>
          <p:cNvSpPr/>
          <p:nvPr/>
        </p:nvSpPr>
        <p:spPr>
          <a:xfrm>
            <a:off x="6400800" y="1828800"/>
            <a:ext cx="2651760" cy="2926080"/>
          </a:xfrm>
          <a:prstGeom prst="roundRect">
            <a:avLst>
              <a:gd name="adj" fmla="val 4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5" name="Tag UPDATE"/>
          <p:cNvSpPr/>
          <p:nvPr/>
        </p:nvSpPr>
        <p:spPr>
          <a:xfrm>
            <a:off x="6675120" y="21031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TagT UPDATE"/>
          <p:cNvSpPr txBox="1"/>
          <p:nvPr/>
        </p:nvSpPr>
        <p:spPr>
          <a:xfrm>
            <a:off x="6675120" y="2103120"/>
            <a:ext cx="13716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950" b="1" spc="200">
                <a:solidFill>
                  <a:srgbClr val="FFFFFF"/>
                </a:solidFill>
              </a:rPr>
              <a:t>UPDATE</a:t>
            </a:r>
          </a:p>
        </p:txBody>
      </p:sp>
      <p:sp>
        <p:nvSpPr>
          <p:cNvPr id="77" name="Lab UPDATE"/>
          <p:cNvSpPr txBox="1"/>
          <p:nvPr/>
        </p:nvSpPr>
        <p:spPr>
          <a:xfrm>
            <a:off x="6675120" y="2606040"/>
            <a:ext cx="2103120" cy="320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1" spc="0">
                <a:solidFill>
                  <a:srgbClr val="2A2320"/>
                </a:solidFill>
              </a:rPr>
              <a:t>Modify</a:t>
            </a:r>
          </a:p>
        </p:txBody>
      </p:sp>
      <p:sp>
        <p:nvSpPr>
          <p:cNvPr id="78" name="Code bg UPDATE"/>
          <p:cNvSpPr/>
          <p:nvPr/>
        </p:nvSpPr>
        <p:spPr>
          <a:xfrm>
            <a:off x="6675120" y="301752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E7DE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9" name="Code UPDATE"/>
          <p:cNvSpPr txBox="1"/>
          <p:nvPr/>
        </p:nvSpPr>
        <p:spPr>
          <a:xfrm>
            <a:off x="6766560" y="3017520"/>
            <a:ext cx="19202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900" b="1" spc="0">
                <a:solidFill>
                  <a:srgbClr val="3C2A2E"/>
                </a:solidFill>
              </a:rPr>
              <a:t>update_one($set, $push)</a:t>
            </a:r>
          </a:p>
        </p:txBody>
      </p:sp>
      <p:sp>
        <p:nvSpPr>
          <p:cNvPr id="80" name="Desc UPDATE"/>
          <p:cNvSpPr txBox="1"/>
          <p:nvPr/>
        </p:nvSpPr>
        <p:spPr>
          <a:xfrm>
            <a:off x="6675120" y="3611880"/>
            <a:ext cx="2103120" cy="480000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0" spc="0">
                <a:solidFill>
                  <a:srgbClr val="6E6259"/>
                </a:solidFill>
              </a:rPr>
              <a:t>Edits details in place and appends reviews without rewriting the document</a:t>
            </a:r>
          </a:p>
        </p:txBody>
      </p:sp>
      <p:sp>
        <p:nvSpPr>
          <p:cNvPr id="81" name="Card DELETE"/>
          <p:cNvSpPr/>
          <p:nvPr/>
        </p:nvSpPr>
        <p:spPr>
          <a:xfrm>
            <a:off x="9326880" y="1828800"/>
            <a:ext cx="2651760" cy="2926080"/>
          </a:xfrm>
          <a:prstGeom prst="roundRect">
            <a:avLst>
              <a:gd name="adj" fmla="val 4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2" name="Tag DELETE"/>
          <p:cNvSpPr/>
          <p:nvPr/>
        </p:nvSpPr>
        <p:spPr>
          <a:xfrm>
            <a:off x="9601200" y="21031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3" name="TagT DELETE"/>
          <p:cNvSpPr txBox="1"/>
          <p:nvPr/>
        </p:nvSpPr>
        <p:spPr>
          <a:xfrm>
            <a:off x="9601200" y="2103120"/>
            <a:ext cx="13716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950" b="1" spc="200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84" name="Lab DELETE"/>
          <p:cNvSpPr txBox="1"/>
          <p:nvPr/>
        </p:nvSpPr>
        <p:spPr>
          <a:xfrm>
            <a:off x="9601200" y="2606040"/>
            <a:ext cx="2103120" cy="320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1" spc="0">
                <a:solidFill>
                  <a:srgbClr val="2A2320"/>
                </a:solidFill>
              </a:rPr>
              <a:t>Remove</a:t>
            </a:r>
          </a:p>
        </p:txBody>
      </p:sp>
      <p:sp>
        <p:nvSpPr>
          <p:cNvPr id="85" name="Code bg DELETE"/>
          <p:cNvSpPr/>
          <p:nvPr/>
        </p:nvSpPr>
        <p:spPr>
          <a:xfrm>
            <a:off x="9601200" y="301752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E7DE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6" name="Code DELETE"/>
          <p:cNvSpPr txBox="1"/>
          <p:nvPr/>
        </p:nvSpPr>
        <p:spPr>
          <a:xfrm>
            <a:off x="9692640" y="3017520"/>
            <a:ext cx="19202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900" b="1" spc="0">
                <a:solidFill>
                  <a:srgbClr val="3C2A2E"/>
                </a:solidFill>
              </a:rPr>
              <a:t>delete_one({ eventId })</a:t>
            </a:r>
          </a:p>
        </p:txBody>
      </p:sp>
      <p:sp>
        <p:nvSpPr>
          <p:cNvPr id="87" name="Desc DELETE"/>
          <p:cNvSpPr txBox="1"/>
          <p:nvPr/>
        </p:nvSpPr>
        <p:spPr>
          <a:xfrm>
            <a:off x="9601200" y="3611880"/>
            <a:ext cx="2103120" cy="4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0" spc="0">
                <a:solidFill>
                  <a:srgbClr val="6E6259"/>
                </a:solidFill>
              </a:rPr>
              <a:t>Removes a cancelled event and its attached content</a:t>
            </a:r>
          </a:p>
        </p:txBody>
      </p:sp>
      <p:sp>
        <p:nvSpPr>
          <p:cNvPr id="88" name="Index panel"/>
          <p:cNvSpPr/>
          <p:nvPr/>
        </p:nvSpPr>
        <p:spPr>
          <a:xfrm>
            <a:off x="548640" y="5120640"/>
            <a:ext cx="11094720" cy="1005840"/>
          </a:xfrm>
          <a:prstGeom prst="roundRect">
            <a:avLst>
              <a:gd name="adj" fmla="val 8000"/>
            </a:avLst>
          </a:prstGeom>
          <a:solidFill>
            <a:srgbClr val="3C2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9" name="Index head"/>
          <p:cNvSpPr txBox="1"/>
          <p:nvPr/>
        </p:nvSpPr>
        <p:spPr>
          <a:xfrm>
            <a:off x="868680" y="5349240"/>
            <a:ext cx="4000000" cy="2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50" b="1" spc="250">
                <a:solidFill>
                  <a:srgbClr val="D89A8C"/>
                </a:solidFill>
              </a:rPr>
              <a:t>INDEXES AND PERFORMANCE</a:t>
            </a:r>
          </a:p>
        </p:txBody>
      </p:sp>
      <p:sp>
        <p:nvSpPr>
          <p:cNvPr id="90" name="Index body"/>
          <p:cNvSpPr txBox="1"/>
          <p:nvPr/>
        </p:nvSpPr>
        <p:spPr>
          <a:xfrm>
            <a:off x="868680" y="5669280"/>
            <a:ext cx="100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50" b="0" spc="0">
                <a:solidFill>
                  <a:srgbClr val="E8DFD6"/>
                </a:solidFill>
              </a:rPr>
              <a:t>An index on eventId serves direct lookups, and an index on tags keeps category browsing fast as the collection grows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0363200" y="6172200"/>
            <a:ext cx="128016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buNone/>
            </a:pPr>
            <a:fld id="{D8E6640D-DB28-44EB-96B0-425750E863AA}" type="slidenum">
              <a:rPr lang="en-US" sz="1100" smtClean="0">
                <a:solidFill>
                  <a:srgbClr val="9B8F83"/>
                </a:solidFill>
              </a:rPr>
              <a:t>7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486293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Accent bar"/>
          <p:cNvSpPr/>
          <p:nvPr/>
        </p:nvSpPr>
        <p:spPr>
          <a:xfrm>
            <a:off x="548640" y="594360"/>
            <a:ext cx="228600" cy="91440"/>
          </a:xfrm>
          <a:prstGeom prst="rect">
            <a:avLst/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itle"/>
          <p:cNvSpPr txBox="1"/>
          <p:nvPr/>
        </p:nvSpPr>
        <p:spPr>
          <a:xfrm>
            <a:off x="548640" y="742000"/>
            <a:ext cx="9500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200" b="1" spc="0">
                <a:solidFill>
                  <a:srgbClr val="2A2320"/>
                </a:solidFill>
              </a:rPr>
              <a:t>Redis Use Cases</a:t>
            </a:r>
          </a:p>
        </p:txBody>
      </p:sp>
      <p:sp>
        <p:nvSpPr>
          <p:cNvPr id="53" name="Subtitle"/>
          <p:cNvSpPr txBox="1"/>
          <p:nvPr/>
        </p:nvSpPr>
        <p:spPr>
          <a:xfrm>
            <a:off x="548640" y="1374460"/>
            <a:ext cx="10000000" cy="300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b="0" spc="0">
                <a:solidFill>
                  <a:srgbClr val="6E6259"/>
                </a:solidFill>
              </a:rPr>
              <a:t>An in-memory layer that absorbs repeated reads and tracks what is trending</a:t>
            </a:r>
          </a:p>
        </p:txBody>
      </p:sp>
      <p:sp>
        <p:nvSpPr>
          <p:cNvPr id="60" name="Cache panel"/>
          <p:cNvSpPr/>
          <p:nvPr/>
        </p:nvSpPr>
        <p:spPr>
          <a:xfrm>
            <a:off x="548640" y="1828800"/>
            <a:ext cx="5486400" cy="3200400"/>
          </a:xfrm>
          <a:prstGeom prst="roundRect">
            <a:avLst>
              <a:gd name="adj" fmla="val 4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Cache tag"/>
          <p:cNvSpPr/>
          <p:nvPr/>
        </p:nvSpPr>
        <p:spPr>
          <a:xfrm>
            <a:off x="868680" y="21488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Cache tagT"/>
          <p:cNvSpPr txBox="1"/>
          <p:nvPr/>
        </p:nvSpPr>
        <p:spPr>
          <a:xfrm>
            <a:off x="868680" y="2148840"/>
            <a:ext cx="173736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950" b="1" spc="200">
                <a:solidFill>
                  <a:srgbClr val="FFFFFF"/>
                </a:solidFill>
              </a:rPr>
              <a:t>EVENT CACHE</a:t>
            </a:r>
          </a:p>
        </p:txBody>
      </p:sp>
      <p:sp>
        <p:nvSpPr>
          <p:cNvPr id="63" name="Cache head"/>
          <p:cNvSpPr txBox="1"/>
          <p:nvPr/>
        </p:nvSpPr>
        <p:spPr>
          <a:xfrm>
            <a:off x="868680" y="2697480"/>
            <a:ext cx="484632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500" b="1" spc="0">
                <a:solidFill>
                  <a:srgbClr val="2A2320"/>
                </a:solidFill>
              </a:rPr>
              <a:t>Repeated lookups skip the databases</a:t>
            </a:r>
          </a:p>
        </p:txBody>
      </p:sp>
      <p:sp>
        <p:nvSpPr>
          <p:cNvPr id="64" name="Dot 1"/>
          <p:cNvSpPr/>
          <p:nvPr/>
        </p:nvSpPr>
        <p:spPr>
          <a:xfrm>
            <a:off x="868680" y="3291840"/>
            <a:ext cx="320040" cy="320040"/>
          </a:xfrm>
          <a:prstGeom prst="ellipse">
            <a:avLst/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Dn 1"/>
          <p:cNvSpPr txBox="1"/>
          <p:nvPr/>
        </p:nvSpPr>
        <p:spPr>
          <a:xfrm>
            <a:off x="868680" y="3321840"/>
            <a:ext cx="320040" cy="2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00" b="1" spc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6" name="Sh 1"/>
          <p:cNvSpPr txBox="1"/>
          <p:nvPr/>
        </p:nvSpPr>
        <p:spPr>
          <a:xfrm>
            <a:off x="1325880" y="3271840"/>
            <a:ext cx="438912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1" spc="0">
                <a:solidFill>
                  <a:srgbClr val="2A2320"/>
                </a:solidFill>
              </a:rPr>
              <a:t>Request arrives</a:t>
            </a:r>
          </a:p>
        </p:txBody>
      </p:sp>
      <p:sp>
        <p:nvSpPr>
          <p:cNvPr id="67" name="Sd 1"/>
          <p:cNvSpPr txBox="1"/>
          <p:nvPr/>
        </p:nvSpPr>
        <p:spPr>
          <a:xfrm>
            <a:off x="1325880" y="3566160"/>
            <a:ext cx="438912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0" spc="0">
                <a:solidFill>
                  <a:srgbClr val="6E6259"/>
                </a:solidFill>
              </a:rPr>
              <a:t>GET /events/101 checks Redis first</a:t>
            </a:r>
          </a:p>
        </p:txBody>
      </p:sp>
      <p:sp>
        <p:nvSpPr>
          <p:cNvPr id="68" name="Dot 2"/>
          <p:cNvSpPr/>
          <p:nvPr/>
        </p:nvSpPr>
        <p:spPr>
          <a:xfrm>
            <a:off x="868680" y="3886200"/>
            <a:ext cx="320040" cy="320040"/>
          </a:xfrm>
          <a:prstGeom prst="ellipse">
            <a:avLst/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Dn 2"/>
          <p:cNvSpPr txBox="1"/>
          <p:nvPr/>
        </p:nvSpPr>
        <p:spPr>
          <a:xfrm>
            <a:off x="868680" y="3916200"/>
            <a:ext cx="320040" cy="2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00" b="1" spc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0" name="Sh 2"/>
          <p:cNvSpPr txBox="1"/>
          <p:nvPr/>
        </p:nvSpPr>
        <p:spPr>
          <a:xfrm>
            <a:off x="1325880" y="3866200"/>
            <a:ext cx="438912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1" spc="0">
                <a:solidFill>
                  <a:srgbClr val="2A2320"/>
                </a:solidFill>
              </a:rPr>
              <a:t>Cache hit</a:t>
            </a:r>
          </a:p>
        </p:txBody>
      </p:sp>
      <p:sp>
        <p:nvSpPr>
          <p:cNvPr id="71" name="Sd 2"/>
          <p:cNvSpPr txBox="1"/>
          <p:nvPr/>
        </p:nvSpPr>
        <p:spPr>
          <a:xfrm>
            <a:off x="1325880" y="4160520"/>
            <a:ext cx="438912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0" spc="0">
                <a:solidFill>
                  <a:srgbClr val="6E6259"/>
                </a:solidFill>
              </a:rPr>
              <a:t>The stored response is returned immediately</a:t>
            </a:r>
          </a:p>
        </p:txBody>
      </p:sp>
      <p:sp>
        <p:nvSpPr>
          <p:cNvPr id="72" name="Dot 3"/>
          <p:cNvSpPr/>
          <p:nvPr/>
        </p:nvSpPr>
        <p:spPr>
          <a:xfrm>
            <a:off x="868680" y="4480560"/>
            <a:ext cx="320040" cy="320040"/>
          </a:xfrm>
          <a:prstGeom prst="ellipse">
            <a:avLst/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Dn 3"/>
          <p:cNvSpPr txBox="1"/>
          <p:nvPr/>
        </p:nvSpPr>
        <p:spPr>
          <a:xfrm>
            <a:off x="868680" y="4510560"/>
            <a:ext cx="320040" cy="2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00" b="1" spc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4" name="Sh 3"/>
          <p:cNvSpPr txBox="1"/>
          <p:nvPr/>
        </p:nvSpPr>
        <p:spPr>
          <a:xfrm>
            <a:off x="1325880" y="4460560"/>
            <a:ext cx="438912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1" spc="0">
                <a:solidFill>
                  <a:srgbClr val="2A2320"/>
                </a:solidFill>
              </a:rPr>
              <a:t>Cache miss</a:t>
            </a:r>
          </a:p>
        </p:txBody>
      </p:sp>
      <p:sp>
        <p:nvSpPr>
          <p:cNvPr id="75" name="Sd 3"/>
          <p:cNvSpPr txBox="1"/>
          <p:nvPr/>
        </p:nvSpPr>
        <p:spPr>
          <a:xfrm>
            <a:off x="1325880" y="4754880"/>
            <a:ext cx="438912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0" spc="0">
                <a:solidFill>
                  <a:srgbClr val="6E6259"/>
                </a:solidFill>
              </a:rPr>
              <a:t>SQL and MongoDB are queried, then the result is stored with a TTL</a:t>
            </a:r>
          </a:p>
        </p:txBody>
      </p:sp>
      <p:sp>
        <p:nvSpPr>
          <p:cNvPr id="76" name="Trend panel"/>
          <p:cNvSpPr/>
          <p:nvPr/>
        </p:nvSpPr>
        <p:spPr>
          <a:xfrm>
            <a:off x="6156960" y="1828800"/>
            <a:ext cx="5486400" cy="3200400"/>
          </a:xfrm>
          <a:prstGeom prst="roundRect">
            <a:avLst>
              <a:gd name="adj" fmla="val 4000"/>
            </a:avLst>
          </a:prstGeom>
          <a:solidFill>
            <a:srgbClr val="3C2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7" name="Trend tag"/>
          <p:cNvSpPr/>
          <p:nvPr/>
        </p:nvSpPr>
        <p:spPr>
          <a:xfrm>
            <a:off x="6477000" y="214884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8" name="Trend tagT"/>
          <p:cNvSpPr txBox="1"/>
          <p:nvPr/>
        </p:nvSpPr>
        <p:spPr>
          <a:xfrm>
            <a:off x="6477000" y="2148840"/>
            <a:ext cx="20116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950" b="1" spc="200">
                <a:solidFill>
                  <a:srgbClr val="FFFFFF"/>
                </a:solidFill>
              </a:rPr>
              <a:t>TRENDING EVENTS</a:t>
            </a:r>
          </a:p>
        </p:txBody>
      </p:sp>
      <p:sp>
        <p:nvSpPr>
          <p:cNvPr id="79" name="Trend head"/>
          <p:cNvSpPr txBox="1"/>
          <p:nvPr/>
        </p:nvSpPr>
        <p:spPr>
          <a:xfrm>
            <a:off x="6477000" y="2697480"/>
            <a:ext cx="484632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500" b="1" spc="0">
                <a:solidFill>
                  <a:srgbClr val="FFFFFF"/>
                </a:solidFill>
              </a:rPr>
              <a:t>A sorted set ranks events by view count in real time</a:t>
            </a:r>
          </a:p>
        </p:txBody>
      </p:sp>
      <p:sp>
        <p:nvSpPr>
          <p:cNvPr id="80" name="Row 1"/>
          <p:cNvSpPr/>
          <p:nvPr/>
        </p:nvSpPr>
        <p:spPr>
          <a:xfrm>
            <a:off x="6477000" y="3246120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4C363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Rn 1"/>
          <p:cNvSpPr txBox="1"/>
          <p:nvPr/>
        </p:nvSpPr>
        <p:spPr>
          <a:xfrm>
            <a:off x="6614160" y="3246120"/>
            <a:ext cx="3200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00" b="1" spc="0">
                <a:solidFill>
                  <a:srgbClr val="D89A8C"/>
                </a:solidFill>
              </a:rPr>
              <a:t>1</a:t>
            </a:r>
          </a:p>
        </p:txBody>
      </p:sp>
      <p:sp>
        <p:nvSpPr>
          <p:cNvPr id="82" name="Rname 1"/>
          <p:cNvSpPr txBox="1"/>
          <p:nvPr/>
        </p:nvSpPr>
        <p:spPr>
          <a:xfrm>
            <a:off x="7025640" y="3246120"/>
            <a:ext cx="320040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00" b="0" spc="0">
                <a:solidFill>
                  <a:srgbClr val="F3EBE2"/>
                </a:solidFill>
              </a:rPr>
              <a:t>Rock Under the Stars</a:t>
            </a:r>
          </a:p>
        </p:txBody>
      </p:sp>
      <p:sp>
        <p:nvSpPr>
          <p:cNvPr id="83" name="Rv 1"/>
          <p:cNvSpPr txBox="1"/>
          <p:nvPr/>
        </p:nvSpPr>
        <p:spPr>
          <a:xfrm>
            <a:off x="9643360" y="3246120"/>
            <a:ext cx="160020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000" b="1" spc="0">
                <a:solidFill>
                  <a:srgbClr val="A8937F"/>
                </a:solidFill>
              </a:rPr>
              <a:t>4,820 views</a:t>
            </a:r>
          </a:p>
        </p:txBody>
      </p:sp>
      <p:sp>
        <p:nvSpPr>
          <p:cNvPr id="84" name="Row 2"/>
          <p:cNvSpPr/>
          <p:nvPr/>
        </p:nvSpPr>
        <p:spPr>
          <a:xfrm>
            <a:off x="6477000" y="3840480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4C363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Rn 2"/>
          <p:cNvSpPr txBox="1"/>
          <p:nvPr/>
        </p:nvSpPr>
        <p:spPr>
          <a:xfrm>
            <a:off x="6614160" y="3840480"/>
            <a:ext cx="3200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00" b="1" spc="0">
                <a:solidFill>
                  <a:srgbClr val="D89A8C"/>
                </a:solidFill>
              </a:rPr>
              <a:t>2</a:t>
            </a:r>
          </a:p>
        </p:txBody>
      </p:sp>
      <p:sp>
        <p:nvSpPr>
          <p:cNvPr id="86" name="Rname 2"/>
          <p:cNvSpPr txBox="1"/>
          <p:nvPr/>
        </p:nvSpPr>
        <p:spPr>
          <a:xfrm>
            <a:off x="7025640" y="3840480"/>
            <a:ext cx="320040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00" b="0" spc="0">
                <a:solidFill>
                  <a:srgbClr val="F3EBE2"/>
                </a:solidFill>
              </a:rPr>
              <a:t>AI and Data Science Conference</a:t>
            </a:r>
          </a:p>
        </p:txBody>
      </p:sp>
      <p:sp>
        <p:nvSpPr>
          <p:cNvPr id="87" name="Rv 2"/>
          <p:cNvSpPr txBox="1"/>
          <p:nvPr/>
        </p:nvSpPr>
        <p:spPr>
          <a:xfrm>
            <a:off x="9643360" y="3840480"/>
            <a:ext cx="160020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000" b="1" spc="0">
                <a:solidFill>
                  <a:srgbClr val="A8937F"/>
                </a:solidFill>
              </a:rPr>
              <a:t>3,164 views</a:t>
            </a:r>
          </a:p>
        </p:txBody>
      </p:sp>
      <p:sp>
        <p:nvSpPr>
          <p:cNvPr id="88" name="Row 3"/>
          <p:cNvSpPr/>
          <p:nvPr/>
        </p:nvSpPr>
        <p:spPr>
          <a:xfrm>
            <a:off x="6477000" y="4434840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4C363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9" name="Rn 3"/>
          <p:cNvSpPr txBox="1"/>
          <p:nvPr/>
        </p:nvSpPr>
        <p:spPr>
          <a:xfrm>
            <a:off x="6614160" y="4434840"/>
            <a:ext cx="3200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00" b="1" spc="0">
                <a:solidFill>
                  <a:srgbClr val="D89A8C"/>
                </a:solidFill>
              </a:rPr>
              <a:t>3</a:t>
            </a:r>
          </a:p>
        </p:txBody>
      </p:sp>
      <p:sp>
        <p:nvSpPr>
          <p:cNvPr id="90" name="Rname 3"/>
          <p:cNvSpPr txBox="1"/>
          <p:nvPr/>
        </p:nvSpPr>
        <p:spPr>
          <a:xfrm>
            <a:off x="7025640" y="4434840"/>
            <a:ext cx="320040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00" b="0" spc="0">
                <a:solidFill>
                  <a:srgbClr val="F3EBE2"/>
                </a:solidFill>
              </a:rPr>
              <a:t>City Derby Final</a:t>
            </a:r>
          </a:p>
        </p:txBody>
      </p:sp>
      <p:sp>
        <p:nvSpPr>
          <p:cNvPr id="91" name="Rv 3"/>
          <p:cNvSpPr txBox="1"/>
          <p:nvPr/>
        </p:nvSpPr>
        <p:spPr>
          <a:xfrm>
            <a:off x="9643360" y="4434840"/>
            <a:ext cx="160020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000" b="1" spc="0">
                <a:solidFill>
                  <a:srgbClr val="A8937F"/>
                </a:solidFill>
              </a:rPr>
              <a:t>2,905 views</a:t>
            </a:r>
          </a:p>
        </p:txBody>
      </p:sp>
      <p:sp>
        <p:nvSpPr>
          <p:cNvPr id="92" name="Note rule"/>
          <p:cNvSpPr/>
          <p:nvPr/>
        </p:nvSpPr>
        <p:spPr>
          <a:xfrm>
            <a:off x="548640" y="5303520"/>
            <a:ext cx="228600" cy="68580"/>
          </a:xfrm>
          <a:prstGeom prst="rect">
            <a:avLst/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3" name="Note"/>
          <p:cNvSpPr txBox="1"/>
          <p:nvPr/>
        </p:nvSpPr>
        <p:spPr>
          <a:xfrm>
            <a:off x="548640" y="5486400"/>
            <a:ext cx="1109472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0" spc="0">
                <a:solidFill>
                  <a:srgbClr val="6E6259"/>
                </a:solidFill>
              </a:rPr>
              <a:t>Cached entries expire on a timer, so updated event details reappear quickly while the databases stay protected from repeated identical reads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363200" y="6172200"/>
            <a:ext cx="128016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buNone/>
            </a:pPr>
            <a:fld id="{ECE398BE-97D1-48D9-AD3F-DFC48CF203FA}" type="slidenum">
              <a:rPr lang="en-US" sz="1100" smtClean="0">
                <a:solidFill>
                  <a:srgbClr val="9B8F83"/>
                </a:solidFill>
              </a:rPr>
              <a:t>8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386541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Accent bar"/>
          <p:cNvSpPr/>
          <p:nvPr/>
        </p:nvSpPr>
        <p:spPr>
          <a:xfrm>
            <a:off x="548640" y="594360"/>
            <a:ext cx="228600" cy="91440"/>
          </a:xfrm>
          <a:prstGeom prst="rect">
            <a:avLst/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itle"/>
          <p:cNvSpPr txBox="1"/>
          <p:nvPr/>
        </p:nvSpPr>
        <p:spPr>
          <a:xfrm>
            <a:off x="548640" y="742000"/>
            <a:ext cx="9500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200" b="1" spc="0">
                <a:solidFill>
                  <a:srgbClr val="2A2320"/>
                </a:solidFill>
              </a:rPr>
              <a:t>One Request, Three Databases</a:t>
            </a:r>
          </a:p>
        </p:txBody>
      </p:sp>
      <p:sp>
        <p:nvSpPr>
          <p:cNvPr id="53" name="Subtitle"/>
          <p:cNvSpPr txBox="1"/>
          <p:nvPr/>
        </p:nvSpPr>
        <p:spPr>
          <a:xfrm>
            <a:off x="548640" y="1374460"/>
            <a:ext cx="10000000" cy="300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b="0" spc="0">
                <a:solidFill>
                  <a:srgbClr val="6E6259"/>
                </a:solidFill>
              </a:rPr>
              <a:t>What happens inside the API when a visitor opens GET /events/101</a:t>
            </a:r>
          </a:p>
        </p:txBody>
      </p:sp>
      <p:sp>
        <p:nvSpPr>
          <p:cNvPr id="60" name="Chip"/>
          <p:cNvSpPr/>
          <p:nvPr/>
        </p:nvSpPr>
        <p:spPr>
          <a:xfrm>
            <a:off x="548640" y="1828800"/>
            <a:ext cx="3474720" cy="457200"/>
          </a:xfrm>
          <a:prstGeom prst="roundRect">
            <a:avLst>
              <a:gd name="adj" fmla="val 30000"/>
            </a:avLst>
          </a:prstGeom>
          <a:solidFill>
            <a:srgbClr val="3C2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ChipT"/>
          <p:cNvSpPr txBox="1"/>
          <p:nvPr/>
        </p:nvSpPr>
        <p:spPr>
          <a:xfrm>
            <a:off x="548640" y="1828800"/>
            <a:ext cx="347472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200" b="1" spc="100">
                <a:solidFill>
                  <a:srgbClr val="FFFFFF"/>
                </a:solidFill>
              </a:rPr>
              <a:t>GET /events/101</a:t>
            </a:r>
          </a:p>
        </p:txBody>
      </p:sp>
      <p:sp>
        <p:nvSpPr>
          <p:cNvPr id="62" name="Card REDIS"/>
          <p:cNvSpPr/>
          <p:nvPr/>
        </p:nvSpPr>
        <p:spPr>
          <a:xfrm>
            <a:off x="548640" y="2560320"/>
            <a:ext cx="2651760" cy="2377440"/>
          </a:xfrm>
          <a:prstGeom prst="roundRect">
            <a:avLst>
              <a:gd name="adj" fmla="val 4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" name="Top REDIS"/>
          <p:cNvSpPr/>
          <p:nvPr/>
        </p:nvSpPr>
        <p:spPr>
          <a:xfrm>
            <a:off x="548640" y="2560320"/>
            <a:ext cx="2651760" cy="91440"/>
          </a:xfrm>
          <a:prstGeom prst="rect">
            <a:avLst/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Tag REDIS"/>
          <p:cNvSpPr txBox="1"/>
          <p:nvPr/>
        </p:nvSpPr>
        <p:spPr>
          <a:xfrm>
            <a:off x="822960" y="2834640"/>
            <a:ext cx="2103120" cy="2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1" spc="220">
                <a:solidFill>
                  <a:srgbClr val="7B2338"/>
                </a:solidFill>
              </a:rPr>
              <a:t>REDIS</a:t>
            </a:r>
          </a:p>
        </p:txBody>
      </p:sp>
      <p:sp>
        <p:nvSpPr>
          <p:cNvPr id="65" name="Head REDIS"/>
          <p:cNvSpPr txBox="1"/>
          <p:nvPr/>
        </p:nvSpPr>
        <p:spPr>
          <a:xfrm>
            <a:off x="822960" y="3200400"/>
            <a:ext cx="2103120" cy="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500" b="1" spc="0">
                <a:solidFill>
                  <a:srgbClr val="2A2320"/>
                </a:solidFill>
              </a:rPr>
              <a:t>Check the cache</a:t>
            </a:r>
          </a:p>
        </p:txBody>
      </p:sp>
      <p:sp>
        <p:nvSpPr>
          <p:cNvPr id="66" name="Items REDIS"/>
          <p:cNvSpPr txBox="1"/>
          <p:nvPr/>
        </p:nvSpPr>
        <p:spPr>
          <a:xfrm>
            <a:off x="822960" y="3886200"/>
            <a:ext cx="210312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0" spc="0">
                <a:solidFill>
                  <a:srgbClr val="6E6259"/>
                </a:solidFill>
              </a:rPr>
              <a:t>—   Look up key event:101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000" b="0" spc="0">
                <a:solidFill>
                  <a:srgbClr val="6E6259"/>
                </a:solidFill>
              </a:rPr>
              <a:t>—   Hit returns the saved response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000" b="0" spc="0">
                <a:solidFill>
                  <a:srgbClr val="6E6259"/>
                </a:solidFill>
              </a:rPr>
              <a:t>—   Miss falls through below</a:t>
            </a:r>
          </a:p>
        </p:txBody>
      </p:sp>
      <p:sp>
        <p:nvSpPr>
          <p:cNvPr id="67" name="Arrow"/>
          <p:cNvSpPr/>
          <p:nvPr/>
        </p:nvSpPr>
        <p:spPr>
          <a:xfrm>
            <a:off x="3246120" y="3657600"/>
            <a:ext cx="182880" cy="182880"/>
          </a:xfrm>
          <a:prstGeom prst="rightArrow">
            <a:avLst/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Card SQL"/>
          <p:cNvSpPr/>
          <p:nvPr/>
        </p:nvSpPr>
        <p:spPr>
          <a:xfrm>
            <a:off x="3474720" y="2560320"/>
            <a:ext cx="2651760" cy="2377440"/>
          </a:xfrm>
          <a:prstGeom prst="roundRect">
            <a:avLst>
              <a:gd name="adj" fmla="val 4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9" name="Top SQL"/>
          <p:cNvSpPr/>
          <p:nvPr/>
        </p:nvSpPr>
        <p:spPr>
          <a:xfrm>
            <a:off x="3474720" y="2560320"/>
            <a:ext cx="2651760" cy="91440"/>
          </a:xfrm>
          <a:prstGeom prst="rect">
            <a:avLst/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Tag SQL"/>
          <p:cNvSpPr txBox="1"/>
          <p:nvPr/>
        </p:nvSpPr>
        <p:spPr>
          <a:xfrm>
            <a:off x="3749040" y="2834640"/>
            <a:ext cx="2103120" cy="2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1" spc="220">
                <a:solidFill>
                  <a:srgbClr val="A8937F"/>
                </a:solidFill>
              </a:rPr>
              <a:t>SQL</a:t>
            </a:r>
          </a:p>
        </p:txBody>
      </p:sp>
      <p:sp>
        <p:nvSpPr>
          <p:cNvPr id="71" name="Head SQL"/>
          <p:cNvSpPr txBox="1"/>
          <p:nvPr/>
        </p:nvSpPr>
        <p:spPr>
          <a:xfrm>
            <a:off x="3749040" y="3200400"/>
            <a:ext cx="2103120" cy="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500" b="1" spc="0">
                <a:solidFill>
                  <a:srgbClr val="2A2320"/>
                </a:solidFill>
              </a:rPr>
              <a:t>Load the core record</a:t>
            </a:r>
          </a:p>
        </p:txBody>
      </p:sp>
      <p:sp>
        <p:nvSpPr>
          <p:cNvPr id="72" name="Items SQL"/>
          <p:cNvSpPr txBox="1"/>
          <p:nvPr/>
        </p:nvSpPr>
        <p:spPr>
          <a:xfrm>
            <a:off x="3749040" y="3886200"/>
            <a:ext cx="210312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0" spc="0">
                <a:solidFill>
                  <a:srgbClr val="6E6259"/>
                </a:solidFill>
              </a:rPr>
              <a:t>—   Event row with venue and time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000" b="0" spc="0">
                <a:solidFill>
                  <a:srgbClr val="6E6259"/>
                </a:solidFill>
              </a:rPr>
              <a:t>—   Ticket types, prices and stock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000" b="0" spc="0">
                <a:solidFill>
                  <a:srgbClr val="6E6259"/>
                </a:solidFill>
              </a:rPr>
              <a:t>—   Guaranteed consistent values</a:t>
            </a:r>
          </a:p>
        </p:txBody>
      </p:sp>
      <p:sp>
        <p:nvSpPr>
          <p:cNvPr id="73" name="Arrow"/>
          <p:cNvSpPr/>
          <p:nvPr/>
        </p:nvSpPr>
        <p:spPr>
          <a:xfrm>
            <a:off x="6172200" y="3657600"/>
            <a:ext cx="182880" cy="182880"/>
          </a:xfrm>
          <a:prstGeom prst="rightArrow">
            <a:avLst/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Card MONGODB"/>
          <p:cNvSpPr/>
          <p:nvPr/>
        </p:nvSpPr>
        <p:spPr>
          <a:xfrm>
            <a:off x="6400800" y="2560320"/>
            <a:ext cx="2651760" cy="2377440"/>
          </a:xfrm>
          <a:prstGeom prst="roundRect">
            <a:avLst>
              <a:gd name="adj" fmla="val 4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5" name="Top MONGODB"/>
          <p:cNvSpPr/>
          <p:nvPr/>
        </p:nvSpPr>
        <p:spPr>
          <a:xfrm>
            <a:off x="6400800" y="2560320"/>
            <a:ext cx="2651760" cy="91440"/>
          </a:xfrm>
          <a:prstGeom prst="rect">
            <a:avLst/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Tag MONGODB"/>
          <p:cNvSpPr txBox="1"/>
          <p:nvPr/>
        </p:nvSpPr>
        <p:spPr>
          <a:xfrm>
            <a:off x="6675120" y="2834640"/>
            <a:ext cx="2103120" cy="2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1" spc="220">
                <a:solidFill>
                  <a:srgbClr val="7B2338"/>
                </a:solidFill>
              </a:rPr>
              <a:t>MONGODB</a:t>
            </a:r>
          </a:p>
        </p:txBody>
      </p:sp>
      <p:sp>
        <p:nvSpPr>
          <p:cNvPr id="77" name="Head MONGODB"/>
          <p:cNvSpPr txBox="1"/>
          <p:nvPr/>
        </p:nvSpPr>
        <p:spPr>
          <a:xfrm>
            <a:off x="6675120" y="3200400"/>
            <a:ext cx="2103120" cy="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500" b="1" spc="0">
                <a:solidFill>
                  <a:srgbClr val="2A2320"/>
                </a:solidFill>
              </a:rPr>
              <a:t>Load the content</a:t>
            </a:r>
          </a:p>
        </p:txBody>
      </p:sp>
      <p:sp>
        <p:nvSpPr>
          <p:cNvPr id="78" name="Items MONGODB"/>
          <p:cNvSpPr txBox="1"/>
          <p:nvPr/>
        </p:nvSpPr>
        <p:spPr>
          <a:xfrm>
            <a:off x="6675120" y="3886200"/>
            <a:ext cx="210312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0" spc="0">
                <a:solidFill>
                  <a:srgbClr val="6E6259"/>
                </a:solidFill>
              </a:rPr>
              <a:t>—   Document for event 101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000" b="0" spc="0">
                <a:solidFill>
                  <a:srgbClr val="6E6259"/>
                </a:solidFill>
              </a:rPr>
              <a:t>—   Speakers, genres and tags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000" b="0" spc="0">
                <a:solidFill>
                  <a:srgbClr val="6E6259"/>
                </a:solidFill>
              </a:rPr>
              <a:t>—   Reviews attached to the event</a:t>
            </a:r>
          </a:p>
        </p:txBody>
      </p:sp>
      <p:sp>
        <p:nvSpPr>
          <p:cNvPr id="79" name="Arrow"/>
          <p:cNvSpPr/>
          <p:nvPr/>
        </p:nvSpPr>
        <p:spPr>
          <a:xfrm>
            <a:off x="9098280" y="3657600"/>
            <a:ext cx="182880" cy="182880"/>
          </a:xfrm>
          <a:prstGeom prst="rightArrow">
            <a:avLst/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" name="Card RESPONSE"/>
          <p:cNvSpPr/>
          <p:nvPr/>
        </p:nvSpPr>
        <p:spPr>
          <a:xfrm>
            <a:off x="9326880" y="2560320"/>
            <a:ext cx="2651760" cy="2377440"/>
          </a:xfrm>
          <a:prstGeom prst="roundRect">
            <a:avLst>
              <a:gd name="adj" fmla="val 4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1" name="Top RESPONSE"/>
          <p:cNvSpPr/>
          <p:nvPr/>
        </p:nvSpPr>
        <p:spPr>
          <a:xfrm>
            <a:off x="9326880" y="2560320"/>
            <a:ext cx="2651760" cy="91440"/>
          </a:xfrm>
          <a:prstGeom prst="rect">
            <a:avLst/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2" name="Tag RESPONSE"/>
          <p:cNvSpPr txBox="1"/>
          <p:nvPr/>
        </p:nvSpPr>
        <p:spPr>
          <a:xfrm>
            <a:off x="9601200" y="2834640"/>
            <a:ext cx="2103120" cy="2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1" spc="220">
                <a:solidFill>
                  <a:srgbClr val="A8937F"/>
                </a:solidFill>
              </a:rPr>
              <a:t>RESPONSE</a:t>
            </a:r>
          </a:p>
        </p:txBody>
      </p:sp>
      <p:sp>
        <p:nvSpPr>
          <p:cNvPr id="83" name="Head RESPONSE"/>
          <p:cNvSpPr txBox="1"/>
          <p:nvPr/>
        </p:nvSpPr>
        <p:spPr>
          <a:xfrm>
            <a:off x="9601200" y="3200400"/>
            <a:ext cx="2103120" cy="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500" b="1" spc="0">
                <a:solidFill>
                  <a:srgbClr val="2A2320"/>
                </a:solidFill>
              </a:rPr>
              <a:t>Merge and cache</a:t>
            </a:r>
          </a:p>
        </p:txBody>
      </p:sp>
      <p:sp>
        <p:nvSpPr>
          <p:cNvPr id="84" name="Items RESPONSE"/>
          <p:cNvSpPr txBox="1"/>
          <p:nvPr/>
        </p:nvSpPr>
        <p:spPr>
          <a:xfrm>
            <a:off x="9601200" y="3886200"/>
            <a:ext cx="210312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0" spc="0">
                <a:solidFill>
                  <a:srgbClr val="6E6259"/>
                </a:solidFill>
              </a:rPr>
              <a:t>—   One combined JSON payload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000" b="0" spc="0">
                <a:solidFill>
                  <a:srgbClr val="6E6259"/>
                </a:solidFill>
              </a:rPr>
              <a:t>—   Stored in Redis with a TTL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000" b="0" spc="0">
                <a:solidFill>
                  <a:srgbClr val="6E6259"/>
                </a:solidFill>
              </a:rPr>
              <a:t>—   Returned to the visitor</a:t>
            </a:r>
          </a:p>
        </p:txBody>
      </p:sp>
      <p:sp>
        <p:nvSpPr>
          <p:cNvPr id="85" name="Note rule"/>
          <p:cNvSpPr/>
          <p:nvPr/>
        </p:nvSpPr>
        <p:spPr>
          <a:xfrm>
            <a:off x="548640" y="5303520"/>
            <a:ext cx="228600" cy="68580"/>
          </a:xfrm>
          <a:prstGeom prst="rect">
            <a:avLst/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6" name="Note"/>
          <p:cNvSpPr txBox="1"/>
          <p:nvPr/>
        </p:nvSpPr>
        <p:spPr>
          <a:xfrm>
            <a:off x="548640" y="5486400"/>
            <a:ext cx="1109472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0" spc="0">
                <a:solidFill>
                  <a:srgbClr val="6E6259"/>
                </a:solidFill>
              </a:rPr>
              <a:t>Each database does only what it is best at, and the cached result means the next visitor to this event is served in a single step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363200" y="6172200"/>
            <a:ext cx="128016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buNone/>
            </a:pPr>
            <a:fld id="{5B0FB7C2-5919-4D9E-B8D2-112560270AE7}" type="slidenum">
              <a:rPr lang="en-US" sz="1100" smtClean="0">
                <a:solidFill>
                  <a:srgbClr val="9B8F83"/>
                </a:solidFill>
              </a:rPr>
              <a:t>9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234483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Accent bar"/>
          <p:cNvSpPr/>
          <p:nvPr/>
        </p:nvSpPr>
        <p:spPr>
          <a:xfrm>
            <a:off x="548640" y="594360"/>
            <a:ext cx="228600" cy="91440"/>
          </a:xfrm>
          <a:prstGeom prst="rect">
            <a:avLst/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Title"/>
          <p:cNvSpPr txBox="1"/>
          <p:nvPr/>
        </p:nvSpPr>
        <p:spPr>
          <a:xfrm>
            <a:off x="548640" y="742000"/>
            <a:ext cx="9500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200" b="1" spc="0">
                <a:solidFill>
                  <a:srgbClr val="2A2320"/>
                </a:solidFill>
              </a:rPr>
              <a:t>Application Endpoints</a:t>
            </a:r>
          </a:p>
        </p:txBody>
      </p:sp>
      <p:sp>
        <p:nvSpPr>
          <p:cNvPr id="63" name="Subtitle"/>
          <p:cNvSpPr txBox="1"/>
          <p:nvPr/>
        </p:nvSpPr>
        <p:spPr>
          <a:xfrm>
            <a:off x="548640" y="1374460"/>
            <a:ext cx="10000000" cy="300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b="0" spc="0">
                <a:solidFill>
                  <a:srgbClr val="6E6259"/>
                </a:solidFill>
              </a:rPr>
              <a:t>The FastAPI routes that drive browsing, purchase and administration</a:t>
            </a:r>
          </a:p>
        </p:txBody>
      </p:sp>
      <p:sp>
        <p:nvSpPr>
          <p:cNvPr id="64" name="Row"/>
          <p:cNvSpPr/>
          <p:nvPr/>
        </p:nvSpPr>
        <p:spPr>
          <a:xfrm>
            <a:off x="548640" y="1828800"/>
            <a:ext cx="7315200" cy="548640"/>
          </a:xfrm>
          <a:prstGeom prst="roundRect">
            <a:avLst>
              <a:gd name="adj" fmla="val 12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M"/>
          <p:cNvSpPr/>
          <p:nvPr/>
        </p:nvSpPr>
        <p:spPr>
          <a:xfrm>
            <a:off x="731520" y="192024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MT"/>
          <p:cNvSpPr txBox="1"/>
          <p:nvPr/>
        </p:nvSpPr>
        <p:spPr>
          <a:xfrm>
            <a:off x="731520" y="1920240"/>
            <a:ext cx="9144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900" b="1" spc="10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67" name="P"/>
          <p:cNvSpPr txBox="1"/>
          <p:nvPr/>
        </p:nvSpPr>
        <p:spPr>
          <a:xfrm>
            <a:off x="1828800" y="1828800"/>
            <a:ext cx="256032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1" spc="0">
                <a:solidFill>
                  <a:srgbClr val="2A2320"/>
                </a:solidFill>
              </a:rPr>
              <a:t>/events</a:t>
            </a:r>
          </a:p>
        </p:txBody>
      </p:sp>
      <p:sp>
        <p:nvSpPr>
          <p:cNvPr id="68" name="Dsc"/>
          <p:cNvSpPr txBox="1"/>
          <p:nvPr/>
        </p:nvSpPr>
        <p:spPr>
          <a:xfrm>
            <a:off x="4480560" y="1828800"/>
            <a:ext cx="374904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50" b="0" spc="0">
                <a:solidFill>
                  <a:srgbClr val="6E6259"/>
                </a:solidFill>
              </a:rPr>
              <a:t>Browse and filter the event catalogue</a:t>
            </a:r>
          </a:p>
        </p:txBody>
      </p:sp>
      <p:sp>
        <p:nvSpPr>
          <p:cNvPr id="69" name="Row"/>
          <p:cNvSpPr/>
          <p:nvPr/>
        </p:nvSpPr>
        <p:spPr>
          <a:xfrm>
            <a:off x="548640" y="2468880"/>
            <a:ext cx="7315200" cy="548640"/>
          </a:xfrm>
          <a:prstGeom prst="roundRect">
            <a:avLst>
              <a:gd name="adj" fmla="val 12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" name="M"/>
          <p:cNvSpPr/>
          <p:nvPr/>
        </p:nvSpPr>
        <p:spPr>
          <a:xfrm>
            <a:off x="731520" y="256032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MT"/>
          <p:cNvSpPr txBox="1"/>
          <p:nvPr/>
        </p:nvSpPr>
        <p:spPr>
          <a:xfrm>
            <a:off x="731520" y="2560320"/>
            <a:ext cx="9144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900" b="1" spc="10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72" name="P"/>
          <p:cNvSpPr txBox="1"/>
          <p:nvPr/>
        </p:nvSpPr>
        <p:spPr>
          <a:xfrm>
            <a:off x="1828800" y="2468880"/>
            <a:ext cx="256032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1" spc="0">
                <a:solidFill>
                  <a:srgbClr val="2A2320"/>
                </a:solidFill>
              </a:rPr>
              <a:t>/events/{id}</a:t>
            </a:r>
          </a:p>
        </p:txBody>
      </p:sp>
      <p:sp>
        <p:nvSpPr>
          <p:cNvPr id="73" name="Dsc"/>
          <p:cNvSpPr txBox="1"/>
          <p:nvPr/>
        </p:nvSpPr>
        <p:spPr>
          <a:xfrm>
            <a:off x="4480560" y="2468880"/>
            <a:ext cx="374904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50" b="0" spc="0">
                <a:solidFill>
                  <a:srgbClr val="6E6259"/>
                </a:solidFill>
              </a:rPr>
              <a:t>Full event detail, served from cache when warm</a:t>
            </a:r>
          </a:p>
        </p:txBody>
      </p:sp>
      <p:sp>
        <p:nvSpPr>
          <p:cNvPr id="74" name="Row"/>
          <p:cNvSpPr/>
          <p:nvPr/>
        </p:nvSpPr>
        <p:spPr>
          <a:xfrm>
            <a:off x="548640" y="3108960"/>
            <a:ext cx="7315200" cy="548640"/>
          </a:xfrm>
          <a:prstGeom prst="roundRect">
            <a:avLst>
              <a:gd name="adj" fmla="val 12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5" name="M"/>
          <p:cNvSpPr/>
          <p:nvPr/>
        </p:nvSpPr>
        <p:spPr>
          <a:xfrm>
            <a:off x="731520" y="320040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MT"/>
          <p:cNvSpPr txBox="1"/>
          <p:nvPr/>
        </p:nvSpPr>
        <p:spPr>
          <a:xfrm>
            <a:off x="731520" y="3200400"/>
            <a:ext cx="9144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900" b="1" spc="10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77" name="P"/>
          <p:cNvSpPr txBox="1"/>
          <p:nvPr/>
        </p:nvSpPr>
        <p:spPr>
          <a:xfrm>
            <a:off x="1828800" y="3108960"/>
            <a:ext cx="256032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1" spc="0">
                <a:solidFill>
                  <a:srgbClr val="2A2320"/>
                </a:solidFill>
              </a:rPr>
              <a:t>/orders</a:t>
            </a:r>
          </a:p>
        </p:txBody>
      </p:sp>
      <p:sp>
        <p:nvSpPr>
          <p:cNvPr id="78" name="Dsc"/>
          <p:cNvSpPr txBox="1"/>
          <p:nvPr/>
        </p:nvSpPr>
        <p:spPr>
          <a:xfrm>
            <a:off x="4480560" y="3108960"/>
            <a:ext cx="374904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50" b="0" spc="0">
                <a:solidFill>
                  <a:srgbClr val="6E6259"/>
                </a:solidFill>
              </a:rPr>
              <a:t>Create an order and reserve ticket inventory</a:t>
            </a:r>
          </a:p>
        </p:txBody>
      </p:sp>
      <p:sp>
        <p:nvSpPr>
          <p:cNvPr id="79" name="Row"/>
          <p:cNvSpPr/>
          <p:nvPr/>
        </p:nvSpPr>
        <p:spPr>
          <a:xfrm>
            <a:off x="548640" y="3749040"/>
            <a:ext cx="7315200" cy="548640"/>
          </a:xfrm>
          <a:prstGeom prst="roundRect">
            <a:avLst>
              <a:gd name="adj" fmla="val 12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0" name="M"/>
          <p:cNvSpPr/>
          <p:nvPr/>
        </p:nvSpPr>
        <p:spPr>
          <a:xfrm>
            <a:off x="731520" y="384048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MT"/>
          <p:cNvSpPr txBox="1"/>
          <p:nvPr/>
        </p:nvSpPr>
        <p:spPr>
          <a:xfrm>
            <a:off x="731520" y="3840480"/>
            <a:ext cx="9144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900" b="1" spc="10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82" name="P"/>
          <p:cNvSpPr txBox="1"/>
          <p:nvPr/>
        </p:nvSpPr>
        <p:spPr>
          <a:xfrm>
            <a:off x="1828800" y="3749040"/>
            <a:ext cx="256032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1" spc="0">
                <a:solidFill>
                  <a:srgbClr val="2A2320"/>
                </a:solidFill>
              </a:rPr>
              <a:t>/payments</a:t>
            </a:r>
          </a:p>
        </p:txBody>
      </p:sp>
      <p:sp>
        <p:nvSpPr>
          <p:cNvPr id="83" name="Dsc"/>
          <p:cNvSpPr txBox="1"/>
          <p:nvPr/>
        </p:nvSpPr>
        <p:spPr>
          <a:xfrm>
            <a:off x="4480560" y="3749040"/>
            <a:ext cx="374904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50" b="0" spc="0">
                <a:solidFill>
                  <a:srgbClr val="6E6259"/>
                </a:solidFill>
              </a:rPr>
              <a:t>Record payment and confirm the order</a:t>
            </a:r>
          </a:p>
        </p:txBody>
      </p:sp>
      <p:sp>
        <p:nvSpPr>
          <p:cNvPr id="84" name="Row"/>
          <p:cNvSpPr/>
          <p:nvPr/>
        </p:nvSpPr>
        <p:spPr>
          <a:xfrm>
            <a:off x="548640" y="4389120"/>
            <a:ext cx="7315200" cy="548640"/>
          </a:xfrm>
          <a:prstGeom prst="roundRect">
            <a:avLst>
              <a:gd name="adj" fmla="val 12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5" name="M"/>
          <p:cNvSpPr/>
          <p:nvPr/>
        </p:nvSpPr>
        <p:spPr>
          <a:xfrm>
            <a:off x="731520" y="448056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6" name="MT"/>
          <p:cNvSpPr txBox="1"/>
          <p:nvPr/>
        </p:nvSpPr>
        <p:spPr>
          <a:xfrm>
            <a:off x="731520" y="4480560"/>
            <a:ext cx="9144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900" b="1" spc="10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87" name="P"/>
          <p:cNvSpPr txBox="1"/>
          <p:nvPr/>
        </p:nvSpPr>
        <p:spPr>
          <a:xfrm>
            <a:off x="1828800" y="4389120"/>
            <a:ext cx="256032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1" spc="0">
                <a:solidFill>
                  <a:srgbClr val="2A2320"/>
                </a:solidFill>
              </a:rPr>
              <a:t>/users/{id}/orders</a:t>
            </a:r>
          </a:p>
        </p:txBody>
      </p:sp>
      <p:sp>
        <p:nvSpPr>
          <p:cNvPr id="88" name="Dsc"/>
          <p:cNvSpPr txBox="1"/>
          <p:nvPr/>
        </p:nvSpPr>
        <p:spPr>
          <a:xfrm>
            <a:off x="4480560" y="4389120"/>
            <a:ext cx="374904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50" b="0" spc="0">
                <a:solidFill>
                  <a:srgbClr val="6E6259"/>
                </a:solidFill>
              </a:rPr>
              <a:t>Purchase history for a returning customer</a:t>
            </a:r>
          </a:p>
        </p:txBody>
      </p:sp>
      <p:sp>
        <p:nvSpPr>
          <p:cNvPr id="89" name="Row"/>
          <p:cNvSpPr/>
          <p:nvPr/>
        </p:nvSpPr>
        <p:spPr>
          <a:xfrm>
            <a:off x="548640" y="5029200"/>
            <a:ext cx="7315200" cy="548640"/>
          </a:xfrm>
          <a:prstGeom prst="roundRect">
            <a:avLst>
              <a:gd name="adj" fmla="val 12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" name="M"/>
          <p:cNvSpPr/>
          <p:nvPr/>
        </p:nvSpPr>
        <p:spPr>
          <a:xfrm>
            <a:off x="731520" y="512064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" name="MT"/>
          <p:cNvSpPr txBox="1"/>
          <p:nvPr/>
        </p:nvSpPr>
        <p:spPr>
          <a:xfrm>
            <a:off x="731520" y="5120640"/>
            <a:ext cx="9144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900" b="1" spc="10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92" name="P"/>
          <p:cNvSpPr txBox="1"/>
          <p:nvPr/>
        </p:nvSpPr>
        <p:spPr>
          <a:xfrm>
            <a:off x="1828800" y="5029200"/>
            <a:ext cx="256032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1" spc="0">
                <a:solidFill>
                  <a:srgbClr val="2A2320"/>
                </a:solidFill>
              </a:rPr>
              <a:t>/events/trending</a:t>
            </a:r>
          </a:p>
        </p:txBody>
      </p:sp>
      <p:sp>
        <p:nvSpPr>
          <p:cNvPr id="93" name="Dsc"/>
          <p:cNvSpPr txBox="1"/>
          <p:nvPr/>
        </p:nvSpPr>
        <p:spPr>
          <a:xfrm>
            <a:off x="4480560" y="5029200"/>
            <a:ext cx="374904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50" b="0" spc="0">
                <a:solidFill>
                  <a:srgbClr val="6E6259"/>
                </a:solidFill>
              </a:rPr>
              <a:t>Top events ranked by recent view counts</a:t>
            </a:r>
          </a:p>
        </p:txBody>
      </p:sp>
      <p:sp>
        <p:nvSpPr>
          <p:cNvPr id="94" name="Resp"/>
          <p:cNvSpPr/>
          <p:nvPr/>
        </p:nvSpPr>
        <p:spPr>
          <a:xfrm>
            <a:off x="8321040" y="1828800"/>
            <a:ext cx="3322320" cy="3840480"/>
          </a:xfrm>
          <a:prstGeom prst="roundRect">
            <a:avLst>
              <a:gd name="adj" fmla="val 4000"/>
            </a:avLst>
          </a:prstGeom>
          <a:solidFill>
            <a:srgbClr val="3C2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5" name="RespH"/>
          <p:cNvSpPr txBox="1"/>
          <p:nvPr/>
        </p:nvSpPr>
        <p:spPr>
          <a:xfrm>
            <a:off x="8595360" y="2103120"/>
            <a:ext cx="2743200" cy="2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1" spc="220">
                <a:solidFill>
                  <a:srgbClr val="D89A8C"/>
                </a:solidFill>
              </a:rPr>
              <a:t>COMBINED RESPONSE</a:t>
            </a:r>
          </a:p>
        </p:txBody>
      </p:sp>
      <p:sp>
        <p:nvSpPr>
          <p:cNvPr id="96" name="RespB"/>
          <p:cNvSpPr txBox="1"/>
          <p:nvPr/>
        </p:nvSpPr>
        <p:spPr>
          <a:xfrm>
            <a:off x="8595360" y="2560320"/>
            <a:ext cx="2743200" cy="2743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0" spc="0">
                <a:solidFill>
                  <a:srgbClr val="E8DFD6"/>
                </a:solidFill>
              </a:rPr>
              <a:t>{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US" sz="1000" b="0" spc="0">
                <a:solidFill>
                  <a:srgbClr val="E8DFD6"/>
                </a:solidFill>
              </a:rPr>
              <a:t>  "eventId": 101,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US" sz="1000" b="0" spc="0">
                <a:solidFill>
                  <a:srgbClr val="E8DFD6"/>
                </a:solidFill>
              </a:rPr>
              <a:t>  "title": "AI and Data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US" sz="1000" b="0" spc="0">
                <a:solidFill>
                  <a:srgbClr val="E8DFD6"/>
                </a:solidFill>
              </a:rPr>
              <a:t>   Science Conference",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US" sz="1000" b="0" spc="0">
                <a:solidFill>
                  <a:srgbClr val="E8DFD6"/>
                </a:solidFill>
              </a:rPr>
              <a:t>  "venue": "Hall B",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US" sz="1000" b="0" spc="0">
                <a:solidFill>
                  <a:srgbClr val="E8DFD6"/>
                </a:solidFill>
              </a:rPr>
              <a:t>  "ticketTypes": [...],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US" sz="1000" b="0" spc="0">
                <a:solidFill>
                  <a:srgbClr val="E8DFD6"/>
                </a:solidFill>
              </a:rPr>
              <a:t>  "speakers": [...],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US" sz="1000" b="0" spc="0">
                <a:solidFill>
                  <a:srgbClr val="E8DFD6"/>
                </a:solidFill>
              </a:rPr>
              <a:t>  "cached": true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US" sz="1000" b="0" spc="0">
                <a:solidFill>
                  <a:srgbClr val="E8DFD6"/>
                </a:solidFill>
              </a:rPr>
              <a:t>}</a:t>
            </a:r>
          </a:p>
        </p:txBody>
      </p:sp>
      <p:sp>
        <p:nvSpPr>
          <p:cNvPr id="97" name="Note rule"/>
          <p:cNvSpPr/>
          <p:nvPr/>
        </p:nvSpPr>
        <p:spPr>
          <a:xfrm>
            <a:off x="548640" y="5760720"/>
            <a:ext cx="228600" cy="68580"/>
          </a:xfrm>
          <a:prstGeom prst="rect">
            <a:avLst/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" name="Note"/>
          <p:cNvSpPr txBox="1"/>
          <p:nvPr/>
        </p:nvSpPr>
        <p:spPr>
          <a:xfrm>
            <a:off x="548640" y="5943600"/>
            <a:ext cx="1109472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0" spc="0">
                <a:solidFill>
                  <a:srgbClr val="6E6259"/>
                </a:solidFill>
              </a:rPr>
              <a:t>Every response is assembled by the API, so the client never needs to know which database each field came from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363200" y="6172200"/>
            <a:ext cx="128016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buNone/>
            </a:pPr>
            <a:fld id="{FE3B3F01-DF99-4229-B974-257F0AA5909D}" type="slidenum">
              <a:rPr lang="en-US" sz="1100" smtClean="0">
                <a:solidFill>
                  <a:srgbClr val="9B8F83"/>
                </a:solidFill>
              </a:rPr>
              <a:t>10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492783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Accent bar"/>
          <p:cNvSpPr/>
          <p:nvPr/>
        </p:nvSpPr>
        <p:spPr>
          <a:xfrm>
            <a:off x="548640" y="594360"/>
            <a:ext cx="228600" cy="91440"/>
          </a:xfrm>
          <a:prstGeom prst="rect">
            <a:avLst/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Title"/>
          <p:cNvSpPr txBox="1"/>
          <p:nvPr/>
        </p:nvSpPr>
        <p:spPr>
          <a:xfrm>
            <a:off x="548640" y="742000"/>
            <a:ext cx="9500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200" b="1" spc="0">
                <a:solidFill>
                  <a:srgbClr val="2A2320"/>
                </a:solidFill>
              </a:rPr>
              <a:t>Caching Performance</a:t>
            </a:r>
          </a:p>
        </p:txBody>
      </p:sp>
      <p:sp>
        <p:nvSpPr>
          <p:cNvPr id="63" name="Subtitle"/>
          <p:cNvSpPr txBox="1"/>
          <p:nvPr/>
        </p:nvSpPr>
        <p:spPr>
          <a:xfrm>
            <a:off x="548640" y="1374460"/>
            <a:ext cx="10000000" cy="300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b="0" spc="0">
                <a:solidFill>
                  <a:srgbClr val="6E6259"/>
                </a:solidFill>
              </a:rPr>
              <a:t>Response times for the same event request with and without Redis</a:t>
            </a:r>
          </a:p>
        </p:txBody>
      </p:sp>
      <p:sp>
        <p:nvSpPr>
          <p:cNvPr id="64" name="Chart panel"/>
          <p:cNvSpPr/>
          <p:nvPr/>
        </p:nvSpPr>
        <p:spPr>
          <a:xfrm>
            <a:off x="548640" y="1950720"/>
            <a:ext cx="7223760" cy="3200400"/>
          </a:xfrm>
          <a:prstGeom prst="roundRect">
            <a:avLst>
              <a:gd name="adj" fmla="val 3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Bar"/>
          <p:cNvSpPr/>
          <p:nvPr/>
        </p:nvSpPr>
        <p:spPr>
          <a:xfrm>
            <a:off x="1645920" y="2407920"/>
            <a:ext cx="1097280" cy="2103120"/>
          </a:xfrm>
          <a:prstGeom prst="roundRect">
            <a:avLst>
              <a:gd name="adj" fmla="val 6000"/>
            </a:avLst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Val"/>
          <p:cNvSpPr txBox="1"/>
          <p:nvPr/>
        </p:nvSpPr>
        <p:spPr>
          <a:xfrm>
            <a:off x="1463040" y="1950720"/>
            <a:ext cx="14630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300" b="1" spc="0">
                <a:solidFill>
                  <a:srgbClr val="2A2320"/>
                </a:solidFill>
              </a:rPr>
              <a:t>248 ms</a:t>
            </a:r>
          </a:p>
        </p:txBody>
      </p:sp>
      <p:sp>
        <p:nvSpPr>
          <p:cNvPr id="67" name="Lab"/>
          <p:cNvSpPr txBox="1"/>
          <p:nvPr/>
        </p:nvSpPr>
        <p:spPr>
          <a:xfrm>
            <a:off x="1463040" y="4602480"/>
            <a:ext cx="146304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150" b="0" spc="0">
                <a:solidFill>
                  <a:srgbClr val="6E6259"/>
                </a:solidFill>
              </a:rPr>
              <a:t>No cache</a:t>
            </a:r>
          </a:p>
        </p:txBody>
      </p:sp>
      <p:sp>
        <p:nvSpPr>
          <p:cNvPr id="68" name="Bar"/>
          <p:cNvSpPr/>
          <p:nvPr/>
        </p:nvSpPr>
        <p:spPr>
          <a:xfrm>
            <a:off x="3474720" y="3696930"/>
            <a:ext cx="1097280" cy="814110"/>
          </a:xfrm>
          <a:prstGeom prst="roundRect">
            <a:avLst>
              <a:gd name="adj" fmla="val 6000"/>
            </a:avLst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Val"/>
          <p:cNvSpPr txBox="1"/>
          <p:nvPr/>
        </p:nvSpPr>
        <p:spPr>
          <a:xfrm>
            <a:off x="3291840" y="3239730"/>
            <a:ext cx="14630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300" b="1" spc="0">
                <a:solidFill>
                  <a:srgbClr val="2A2320"/>
                </a:solidFill>
              </a:rPr>
              <a:t>96 ms</a:t>
            </a:r>
          </a:p>
        </p:txBody>
      </p:sp>
      <p:sp>
        <p:nvSpPr>
          <p:cNvPr id="70" name="Lab"/>
          <p:cNvSpPr txBox="1"/>
          <p:nvPr/>
        </p:nvSpPr>
        <p:spPr>
          <a:xfrm>
            <a:off x="3291840" y="4602480"/>
            <a:ext cx="146304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150" b="0" spc="0">
                <a:solidFill>
                  <a:srgbClr val="6E6259"/>
                </a:solidFill>
              </a:rPr>
              <a:t>Cold start</a:t>
            </a:r>
          </a:p>
        </p:txBody>
      </p:sp>
      <p:sp>
        <p:nvSpPr>
          <p:cNvPr id="71" name="Bar"/>
          <p:cNvSpPr/>
          <p:nvPr/>
        </p:nvSpPr>
        <p:spPr>
          <a:xfrm>
            <a:off x="5303520" y="4409277"/>
            <a:ext cx="1097280" cy="101763"/>
          </a:xfrm>
          <a:prstGeom prst="roundRect">
            <a:avLst>
              <a:gd name="adj" fmla="val 6000"/>
            </a:avLst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Val"/>
          <p:cNvSpPr txBox="1"/>
          <p:nvPr/>
        </p:nvSpPr>
        <p:spPr>
          <a:xfrm>
            <a:off x="5120640" y="3952077"/>
            <a:ext cx="14630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300" b="1" spc="0">
                <a:solidFill>
                  <a:srgbClr val="2A2320"/>
                </a:solidFill>
              </a:rPr>
              <a:t>12 ms</a:t>
            </a:r>
          </a:p>
        </p:txBody>
      </p:sp>
      <p:sp>
        <p:nvSpPr>
          <p:cNvPr id="73" name="Lab"/>
          <p:cNvSpPr txBox="1"/>
          <p:nvPr/>
        </p:nvSpPr>
        <p:spPr>
          <a:xfrm>
            <a:off x="5120640" y="4602480"/>
            <a:ext cx="146304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150" b="0" spc="0">
                <a:solidFill>
                  <a:srgbClr val="6E6259"/>
                </a:solidFill>
              </a:rPr>
              <a:t>Warm cache</a:t>
            </a:r>
          </a:p>
        </p:txBody>
      </p:sp>
      <p:sp>
        <p:nvSpPr>
          <p:cNvPr id="74" name="Axis"/>
          <p:cNvSpPr/>
          <p:nvPr/>
        </p:nvSpPr>
        <p:spPr>
          <a:xfrm>
            <a:off x="1005840" y="4511040"/>
            <a:ext cx="6309360" cy="22860"/>
          </a:xfrm>
          <a:prstGeom prst="rect">
            <a:avLst/>
          </a:prstGeom>
          <a:solidFill>
            <a:srgbClr val="DFD4C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" name="Stat"/>
          <p:cNvSpPr/>
          <p:nvPr/>
        </p:nvSpPr>
        <p:spPr>
          <a:xfrm>
            <a:off x="8138160" y="1950720"/>
            <a:ext cx="3505200" cy="929640"/>
          </a:xfrm>
          <a:prstGeom prst="roundRect">
            <a:avLst>
              <a:gd name="adj" fmla="val 6000"/>
            </a:avLst>
          </a:prstGeom>
          <a:solidFill>
            <a:srgbClr val="3C2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SV"/>
          <p:cNvSpPr txBox="1"/>
          <p:nvPr/>
        </p:nvSpPr>
        <p:spPr>
          <a:xfrm>
            <a:off x="8458200" y="2133600"/>
            <a:ext cx="2865120" cy="5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400" b="1" spc="0">
                <a:solidFill>
                  <a:srgbClr val="FFFFFF"/>
                </a:solidFill>
              </a:rPr>
              <a:t>95%</a:t>
            </a:r>
          </a:p>
        </p:txBody>
      </p:sp>
      <p:sp>
        <p:nvSpPr>
          <p:cNvPr id="77" name="SL"/>
          <p:cNvSpPr txBox="1"/>
          <p:nvPr/>
        </p:nvSpPr>
        <p:spPr>
          <a:xfrm>
            <a:off x="8458200" y="2545080"/>
            <a:ext cx="286512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50" b="0" spc="0">
                <a:solidFill>
                  <a:srgbClr val="E8DFD6"/>
                </a:solidFill>
              </a:rPr>
              <a:t>faster on a warm cache</a:t>
            </a:r>
          </a:p>
        </p:txBody>
      </p:sp>
      <p:sp>
        <p:nvSpPr>
          <p:cNvPr id="78" name="Stat"/>
          <p:cNvSpPr/>
          <p:nvPr/>
        </p:nvSpPr>
        <p:spPr>
          <a:xfrm>
            <a:off x="8138160" y="3017520"/>
            <a:ext cx="3505200" cy="929640"/>
          </a:xfrm>
          <a:prstGeom prst="roundRect">
            <a:avLst>
              <a:gd name="adj" fmla="val 6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9" name="SV"/>
          <p:cNvSpPr txBox="1"/>
          <p:nvPr/>
        </p:nvSpPr>
        <p:spPr>
          <a:xfrm>
            <a:off x="8458200" y="3200400"/>
            <a:ext cx="2865120" cy="5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400" b="1" spc="0">
                <a:solidFill>
                  <a:srgbClr val="7B2338"/>
                </a:solidFill>
              </a:rPr>
              <a:t>12 ms</a:t>
            </a:r>
          </a:p>
        </p:txBody>
      </p:sp>
      <p:sp>
        <p:nvSpPr>
          <p:cNvPr id="80" name="SL"/>
          <p:cNvSpPr txBox="1"/>
          <p:nvPr/>
        </p:nvSpPr>
        <p:spPr>
          <a:xfrm>
            <a:off x="8458200" y="3611880"/>
            <a:ext cx="286512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50" b="0" spc="0">
                <a:solidFill>
                  <a:srgbClr val="6E6259"/>
                </a:solidFill>
              </a:rPr>
              <a:t>typical cached response</a:t>
            </a:r>
          </a:p>
        </p:txBody>
      </p:sp>
      <p:sp>
        <p:nvSpPr>
          <p:cNvPr id="81" name="Stat"/>
          <p:cNvSpPr/>
          <p:nvPr/>
        </p:nvSpPr>
        <p:spPr>
          <a:xfrm>
            <a:off x="8138160" y="4084320"/>
            <a:ext cx="3505200" cy="929640"/>
          </a:xfrm>
          <a:prstGeom prst="roundRect">
            <a:avLst>
              <a:gd name="adj" fmla="val 6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2" name="SV"/>
          <p:cNvSpPr txBox="1"/>
          <p:nvPr/>
        </p:nvSpPr>
        <p:spPr>
          <a:xfrm>
            <a:off x="8458200" y="4267200"/>
            <a:ext cx="2865120" cy="5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400" b="1" spc="0">
                <a:solidFill>
                  <a:srgbClr val="7B2338"/>
                </a:solidFill>
              </a:rPr>
              <a:t>60 s</a:t>
            </a:r>
          </a:p>
        </p:txBody>
      </p:sp>
      <p:sp>
        <p:nvSpPr>
          <p:cNvPr id="83" name="SL"/>
          <p:cNvSpPr txBox="1"/>
          <p:nvPr/>
        </p:nvSpPr>
        <p:spPr>
          <a:xfrm>
            <a:off x="8458200" y="4678680"/>
            <a:ext cx="286512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50" b="0" spc="0">
                <a:solidFill>
                  <a:srgbClr val="6E6259"/>
                </a:solidFill>
              </a:rPr>
              <a:t>time to live on each entry</a:t>
            </a:r>
          </a:p>
        </p:txBody>
      </p:sp>
      <p:sp>
        <p:nvSpPr>
          <p:cNvPr id="84" name="Note rule"/>
          <p:cNvSpPr/>
          <p:nvPr/>
        </p:nvSpPr>
        <p:spPr>
          <a:xfrm>
            <a:off x="548640" y="5303520"/>
            <a:ext cx="228600" cy="68580"/>
          </a:xfrm>
          <a:prstGeom prst="rect">
            <a:avLst/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Note"/>
          <p:cNvSpPr txBox="1"/>
          <p:nvPr/>
        </p:nvSpPr>
        <p:spPr>
          <a:xfrm>
            <a:off x="548640" y="5486400"/>
            <a:ext cx="1109472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0" spc="0">
                <a:solidFill>
                  <a:srgbClr val="6E6259"/>
                </a:solidFill>
              </a:rPr>
              <a:t>Figures are from our own test runs against the local deployment and will vary with hardware and data volume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363200" y="6172200"/>
            <a:ext cx="128016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buNone/>
            </a:pPr>
            <a:fld id="{918F9538-5C87-4FF5-B79F-9C51E5092817}" type="slidenum">
              <a:rPr lang="en-US" sz="1100" smtClean="0">
                <a:solidFill>
                  <a:srgbClr val="9B8F83"/>
                </a:solidFill>
              </a:rPr>
              <a:t>11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223163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Accent bar"/>
          <p:cNvSpPr/>
          <p:nvPr/>
        </p:nvSpPr>
        <p:spPr>
          <a:xfrm>
            <a:off x="548640" y="594360"/>
            <a:ext cx="228600" cy="91440"/>
          </a:xfrm>
          <a:prstGeom prst="rect">
            <a:avLst/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Title"/>
          <p:cNvSpPr txBox="1"/>
          <p:nvPr/>
        </p:nvSpPr>
        <p:spPr>
          <a:xfrm>
            <a:off x="548640" y="742000"/>
            <a:ext cx="9500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200" b="1" spc="0">
                <a:solidFill>
                  <a:srgbClr val="2A2320"/>
                </a:solidFill>
              </a:rPr>
              <a:t>Design Decisions and Challenges</a:t>
            </a:r>
          </a:p>
        </p:txBody>
      </p:sp>
      <p:sp>
        <p:nvSpPr>
          <p:cNvPr id="63" name="Subtitle"/>
          <p:cNvSpPr txBox="1"/>
          <p:nvPr/>
        </p:nvSpPr>
        <p:spPr>
          <a:xfrm>
            <a:off x="548640" y="1374460"/>
            <a:ext cx="10000000" cy="300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b="0" spc="0">
                <a:solidFill>
                  <a:srgbClr val="6E6259"/>
                </a:solidFill>
              </a:rPr>
              <a:t>Why each database earned its place, and what proved difficult</a:t>
            </a:r>
          </a:p>
        </p:txBody>
      </p:sp>
      <p:sp>
        <p:nvSpPr>
          <p:cNvPr id="64" name="Card"/>
          <p:cNvSpPr/>
          <p:nvPr/>
        </p:nvSpPr>
        <p:spPr>
          <a:xfrm>
            <a:off x="548640" y="1828800"/>
            <a:ext cx="3474720" cy="2926080"/>
          </a:xfrm>
          <a:prstGeom prst="roundRect">
            <a:avLst>
              <a:gd name="adj" fmla="val 4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Top"/>
          <p:cNvSpPr/>
          <p:nvPr/>
        </p:nvSpPr>
        <p:spPr>
          <a:xfrm>
            <a:off x="548640" y="1828800"/>
            <a:ext cx="3474720" cy="91440"/>
          </a:xfrm>
          <a:prstGeom prst="rect">
            <a:avLst/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Tag"/>
          <p:cNvSpPr txBox="1"/>
          <p:nvPr/>
        </p:nvSpPr>
        <p:spPr>
          <a:xfrm>
            <a:off x="868680" y="2148840"/>
            <a:ext cx="2834640" cy="2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50" b="1" spc="220">
                <a:solidFill>
                  <a:srgbClr val="7B2338"/>
                </a:solidFill>
              </a:rPr>
              <a:t>SQL</a:t>
            </a:r>
          </a:p>
        </p:txBody>
      </p:sp>
      <p:sp>
        <p:nvSpPr>
          <p:cNvPr id="67" name="H"/>
          <p:cNvSpPr txBox="1"/>
          <p:nvPr/>
        </p:nvSpPr>
        <p:spPr>
          <a:xfrm>
            <a:off x="868680" y="2514600"/>
            <a:ext cx="2834640" cy="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1" spc="0">
                <a:solidFill>
                  <a:srgbClr val="2A2320"/>
                </a:solidFill>
              </a:rPr>
              <a:t>Chosen for money and stock</a:t>
            </a:r>
          </a:p>
        </p:txBody>
      </p:sp>
      <p:sp>
        <p:nvSpPr>
          <p:cNvPr id="68" name="I"/>
          <p:cNvSpPr txBox="1"/>
          <p:nvPr/>
        </p:nvSpPr>
        <p:spPr>
          <a:xfrm>
            <a:off x="868680" y="3383280"/>
            <a:ext cx="2834640" cy="12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50" b="0" spc="0">
                <a:solidFill>
                  <a:srgbClr val="6E6259"/>
                </a:solidFill>
              </a:rPr>
              <a:t>—   Orders and payments need transactions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lang="en-US" sz="1050" b="0" spc="0">
                <a:solidFill>
                  <a:srgbClr val="6E6259"/>
                </a:solidFill>
              </a:rPr>
              <a:t>—   Foreign keys stop orphaned ticket rows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lang="en-US" sz="1050" b="0" spc="0">
                <a:solidFill>
                  <a:srgbClr val="6E6259"/>
                </a:solidFill>
              </a:rPr>
              <a:t>—   Stock updates must never double sell</a:t>
            </a:r>
          </a:p>
        </p:txBody>
      </p:sp>
      <p:sp>
        <p:nvSpPr>
          <p:cNvPr id="69" name="Card"/>
          <p:cNvSpPr/>
          <p:nvPr/>
        </p:nvSpPr>
        <p:spPr>
          <a:xfrm>
            <a:off x="4297680" y="1828800"/>
            <a:ext cx="3474720" cy="2926080"/>
          </a:xfrm>
          <a:prstGeom prst="roundRect">
            <a:avLst>
              <a:gd name="adj" fmla="val 4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" name="Top"/>
          <p:cNvSpPr/>
          <p:nvPr/>
        </p:nvSpPr>
        <p:spPr>
          <a:xfrm>
            <a:off x="4297680" y="1828800"/>
            <a:ext cx="3474720" cy="91440"/>
          </a:xfrm>
          <a:prstGeom prst="rect">
            <a:avLst/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Tag"/>
          <p:cNvSpPr txBox="1"/>
          <p:nvPr/>
        </p:nvSpPr>
        <p:spPr>
          <a:xfrm>
            <a:off x="4617720" y="2148840"/>
            <a:ext cx="2834640" cy="2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50" b="1" spc="220">
                <a:solidFill>
                  <a:srgbClr val="A8937F"/>
                </a:solidFill>
              </a:rPr>
              <a:t>MONGODB</a:t>
            </a:r>
          </a:p>
        </p:txBody>
      </p:sp>
      <p:sp>
        <p:nvSpPr>
          <p:cNvPr id="72" name="H"/>
          <p:cNvSpPr txBox="1"/>
          <p:nvPr/>
        </p:nvSpPr>
        <p:spPr>
          <a:xfrm>
            <a:off x="4617720" y="2514600"/>
            <a:ext cx="2834640" cy="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1" spc="0">
                <a:solidFill>
                  <a:srgbClr val="2A2320"/>
                </a:solidFill>
              </a:rPr>
              <a:t>Chosen for varied content</a:t>
            </a:r>
          </a:p>
        </p:txBody>
      </p:sp>
      <p:sp>
        <p:nvSpPr>
          <p:cNvPr id="73" name="I"/>
          <p:cNvSpPr txBox="1"/>
          <p:nvPr/>
        </p:nvSpPr>
        <p:spPr>
          <a:xfrm>
            <a:off x="4617720" y="3383280"/>
            <a:ext cx="2834640" cy="12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50" b="0" spc="0">
                <a:solidFill>
                  <a:srgbClr val="6E6259"/>
                </a:solidFill>
              </a:rPr>
              <a:t>—   Event fields differ by category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lang="en-US" sz="1050" b="0" spc="0">
                <a:solidFill>
                  <a:srgbClr val="6E6259"/>
                </a:solidFill>
              </a:rPr>
              <a:t>—   Nested speakers and lineups stay intact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lang="en-US" sz="1050" b="0" spc="0">
                <a:solidFill>
                  <a:srgbClr val="6E6259"/>
                </a:solidFill>
              </a:rPr>
              <a:t>—   No migration when content changes</a:t>
            </a:r>
          </a:p>
        </p:txBody>
      </p:sp>
      <p:sp>
        <p:nvSpPr>
          <p:cNvPr id="74" name="Card"/>
          <p:cNvSpPr/>
          <p:nvPr/>
        </p:nvSpPr>
        <p:spPr>
          <a:xfrm>
            <a:off x="8046720" y="1828800"/>
            <a:ext cx="3474720" cy="2926080"/>
          </a:xfrm>
          <a:prstGeom prst="roundRect">
            <a:avLst>
              <a:gd name="adj" fmla="val 4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5" name="Top"/>
          <p:cNvSpPr/>
          <p:nvPr/>
        </p:nvSpPr>
        <p:spPr>
          <a:xfrm>
            <a:off x="8046720" y="1828800"/>
            <a:ext cx="3474720" cy="91440"/>
          </a:xfrm>
          <a:prstGeom prst="rect">
            <a:avLst/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Tag"/>
          <p:cNvSpPr txBox="1"/>
          <p:nvPr/>
        </p:nvSpPr>
        <p:spPr>
          <a:xfrm>
            <a:off x="8366760" y="2148840"/>
            <a:ext cx="2834640" cy="2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50" b="1" spc="220">
                <a:solidFill>
                  <a:srgbClr val="7B2338"/>
                </a:solidFill>
              </a:rPr>
              <a:t>REDIS</a:t>
            </a:r>
          </a:p>
        </p:txBody>
      </p:sp>
      <p:sp>
        <p:nvSpPr>
          <p:cNvPr id="77" name="H"/>
          <p:cNvSpPr txBox="1"/>
          <p:nvPr/>
        </p:nvSpPr>
        <p:spPr>
          <a:xfrm>
            <a:off x="8366760" y="2514600"/>
            <a:ext cx="2834640" cy="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1" spc="0">
                <a:solidFill>
                  <a:srgbClr val="2A2320"/>
                </a:solidFill>
              </a:rPr>
              <a:t>Chosen for read pressure</a:t>
            </a:r>
          </a:p>
        </p:txBody>
      </p:sp>
      <p:sp>
        <p:nvSpPr>
          <p:cNvPr id="78" name="I"/>
          <p:cNvSpPr txBox="1"/>
          <p:nvPr/>
        </p:nvSpPr>
        <p:spPr>
          <a:xfrm>
            <a:off x="8366760" y="3383280"/>
            <a:ext cx="2834640" cy="12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50" b="0" spc="0">
                <a:solidFill>
                  <a:srgbClr val="6E6259"/>
                </a:solidFill>
              </a:rPr>
              <a:t>—   Reads far outnumber writes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lang="en-US" sz="1050" b="0" spc="0">
                <a:solidFill>
                  <a:srgbClr val="6E6259"/>
                </a:solidFill>
              </a:rPr>
              <a:t>—   Sorted sets rank trending events cheaply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</a:pPr>
            <a:r>
              <a:rPr lang="en-US" sz="1050" b="0" spc="0">
                <a:solidFill>
                  <a:srgbClr val="6E6259"/>
                </a:solidFill>
              </a:rPr>
              <a:t>—   Expiry keeps cached data honest</a:t>
            </a:r>
          </a:p>
        </p:txBody>
      </p:sp>
      <p:sp>
        <p:nvSpPr>
          <p:cNvPr id="79" name="Chall"/>
          <p:cNvSpPr/>
          <p:nvPr/>
        </p:nvSpPr>
        <p:spPr>
          <a:xfrm>
            <a:off x="548640" y="4937760"/>
            <a:ext cx="11094720" cy="1005840"/>
          </a:xfrm>
          <a:prstGeom prst="roundRect">
            <a:avLst>
              <a:gd name="adj" fmla="val 8000"/>
            </a:avLst>
          </a:prstGeom>
          <a:solidFill>
            <a:srgbClr val="3C2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" name="ChallH"/>
          <p:cNvSpPr txBox="1"/>
          <p:nvPr/>
        </p:nvSpPr>
        <p:spPr>
          <a:xfrm>
            <a:off x="868680" y="5143500"/>
            <a:ext cx="4000000" cy="2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50" b="1" spc="250">
                <a:solidFill>
                  <a:srgbClr val="D89A8C"/>
                </a:solidFill>
              </a:rPr>
              <a:t>HARDEST PARTS</a:t>
            </a:r>
          </a:p>
        </p:txBody>
      </p:sp>
      <p:sp>
        <p:nvSpPr>
          <p:cNvPr id="81" name="ChallB"/>
          <p:cNvSpPr txBox="1"/>
          <p:nvPr/>
        </p:nvSpPr>
        <p:spPr>
          <a:xfrm>
            <a:off x="868680" y="5486400"/>
            <a:ext cx="104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50" b="0" spc="0">
                <a:solidFill>
                  <a:srgbClr val="E8DFD6"/>
                </a:solidFill>
              </a:rPr>
              <a:t>Keeping the cache in step with edits, preventing oversold tickets under concurrent orders, and joining data that lives in three separate stores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363200" y="6172200"/>
            <a:ext cx="128016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buNone/>
            </a:pPr>
            <a:fld id="{E470D6B0-00FA-4E71-8351-77BDB9C58A94}" type="slidenum">
              <a:rPr lang="en-US" sz="1100" smtClean="0">
                <a:solidFill>
                  <a:srgbClr val="9B8F83"/>
                </a:solidFill>
              </a:rPr>
              <a:t>12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354987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Accent bar"/>
          <p:cNvSpPr/>
          <p:nvPr/>
        </p:nvSpPr>
        <p:spPr>
          <a:xfrm>
            <a:off x="548640" y="594360"/>
            <a:ext cx="228600" cy="91440"/>
          </a:xfrm>
          <a:prstGeom prst="rect">
            <a:avLst/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Title"/>
          <p:cNvSpPr txBox="1"/>
          <p:nvPr/>
        </p:nvSpPr>
        <p:spPr>
          <a:xfrm>
            <a:off x="548640" y="742000"/>
            <a:ext cx="9500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200" b="1" spc="0">
                <a:solidFill>
                  <a:srgbClr val="2A2320"/>
                </a:solidFill>
              </a:rPr>
              <a:t>Lessons and Conclusions</a:t>
            </a:r>
          </a:p>
        </p:txBody>
      </p:sp>
      <p:sp>
        <p:nvSpPr>
          <p:cNvPr id="63" name="Subtitle"/>
          <p:cNvSpPr txBox="1"/>
          <p:nvPr/>
        </p:nvSpPr>
        <p:spPr>
          <a:xfrm>
            <a:off x="548640" y="1374460"/>
            <a:ext cx="10000000" cy="300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b="0" spc="0">
                <a:solidFill>
                  <a:srgbClr val="6E6259"/>
                </a:solidFill>
              </a:rPr>
              <a:t>What we learned, where the design falls short, and what we would build next</a:t>
            </a:r>
          </a:p>
        </p:txBody>
      </p:sp>
      <p:sp>
        <p:nvSpPr>
          <p:cNvPr id="64" name="L panel"/>
          <p:cNvSpPr/>
          <p:nvPr/>
        </p:nvSpPr>
        <p:spPr>
          <a:xfrm>
            <a:off x="548640" y="1828800"/>
            <a:ext cx="5486400" cy="2560320"/>
          </a:xfrm>
          <a:prstGeom prst="roundRect">
            <a:avLst>
              <a:gd name="adj" fmla="val 4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LH"/>
          <p:cNvSpPr txBox="1"/>
          <p:nvPr/>
        </p:nvSpPr>
        <p:spPr>
          <a:xfrm>
            <a:off x="868680" y="2148840"/>
            <a:ext cx="484632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00" b="1" spc="250">
                <a:solidFill>
                  <a:srgbClr val="7B2338"/>
                </a:solidFill>
              </a:rPr>
              <a:t>WHAT WE LEARNED</a:t>
            </a:r>
          </a:p>
        </p:txBody>
      </p:sp>
      <p:sp>
        <p:nvSpPr>
          <p:cNvPr id="66" name="LB"/>
          <p:cNvSpPr txBox="1"/>
          <p:nvPr/>
        </p:nvSpPr>
        <p:spPr>
          <a:xfrm>
            <a:off x="868680" y="2697480"/>
            <a:ext cx="4846320" cy="1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171450" indent="-17145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b="0" spc="0" dirty="0">
                <a:solidFill>
                  <a:srgbClr val="2A2320"/>
                </a:solidFill>
              </a:rPr>
              <a:t>Match the store to the shape of the data</a:t>
            </a:r>
          </a:p>
          <a:p>
            <a:pPr marL="171450" indent="-171450" algn="l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</a:pPr>
            <a:r>
              <a:rPr lang="en-US" sz="1200" b="0" spc="0" dirty="0">
                <a:solidFill>
                  <a:srgbClr val="2A2320"/>
                </a:solidFill>
              </a:rPr>
              <a:t>Caching pays off fastest on read-heavy routes</a:t>
            </a:r>
          </a:p>
          <a:p>
            <a:pPr marL="171450" indent="-171450" algn="l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</a:pPr>
            <a:r>
              <a:rPr lang="en-US" sz="1200" b="0" spc="0" dirty="0">
                <a:solidFill>
                  <a:srgbClr val="2A2320"/>
                </a:solidFill>
              </a:rPr>
              <a:t>A clear API contract hides the complexity behind it</a:t>
            </a:r>
          </a:p>
        </p:txBody>
      </p:sp>
      <p:sp>
        <p:nvSpPr>
          <p:cNvPr id="67" name="R panel"/>
          <p:cNvSpPr/>
          <p:nvPr/>
        </p:nvSpPr>
        <p:spPr>
          <a:xfrm>
            <a:off x="6156960" y="1828800"/>
            <a:ext cx="5486400" cy="2560320"/>
          </a:xfrm>
          <a:prstGeom prst="roundRect">
            <a:avLst>
              <a:gd name="adj" fmla="val 4000"/>
            </a:avLst>
          </a:prstGeom>
          <a:solidFill>
            <a:srgbClr val="3C2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RH"/>
          <p:cNvSpPr txBox="1"/>
          <p:nvPr/>
        </p:nvSpPr>
        <p:spPr>
          <a:xfrm>
            <a:off x="6477000" y="2148840"/>
            <a:ext cx="484632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00" b="1" spc="250">
                <a:solidFill>
                  <a:srgbClr val="D89A8C"/>
                </a:solidFill>
              </a:rPr>
              <a:t>LIMITATIONS</a:t>
            </a:r>
          </a:p>
        </p:txBody>
      </p:sp>
      <p:sp>
        <p:nvSpPr>
          <p:cNvPr id="69" name="RB"/>
          <p:cNvSpPr txBox="1"/>
          <p:nvPr/>
        </p:nvSpPr>
        <p:spPr>
          <a:xfrm>
            <a:off x="6477000" y="2697480"/>
            <a:ext cx="4846320" cy="1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171450" indent="-17145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b="0" spc="0" dirty="0">
                <a:solidFill>
                  <a:srgbClr val="E8DFD6"/>
                </a:solidFill>
              </a:rPr>
              <a:t>Single local deployment, not tested at scale</a:t>
            </a:r>
          </a:p>
          <a:p>
            <a:pPr marL="171450" indent="-171450" algn="l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</a:pPr>
            <a:r>
              <a:rPr lang="en-US" sz="1200" b="0" spc="0" dirty="0">
                <a:solidFill>
                  <a:srgbClr val="E8DFD6"/>
                </a:solidFill>
              </a:rPr>
              <a:t>No seat-level map or live seat locking</a:t>
            </a:r>
          </a:p>
          <a:p>
            <a:pPr marL="171450" indent="-171450" algn="l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</a:pPr>
            <a:r>
              <a:rPr lang="en-US" sz="1200" b="0" spc="0" dirty="0">
                <a:solidFill>
                  <a:srgbClr val="E8DFD6"/>
                </a:solidFill>
              </a:rPr>
              <a:t>Cache invalidation relies on short expiry only</a:t>
            </a:r>
          </a:p>
        </p:txBody>
      </p:sp>
      <p:sp>
        <p:nvSpPr>
          <p:cNvPr id="70" name="N"/>
          <p:cNvSpPr/>
          <p:nvPr/>
        </p:nvSpPr>
        <p:spPr>
          <a:xfrm>
            <a:off x="548640" y="4754880"/>
            <a:ext cx="3474720" cy="1005840"/>
          </a:xfrm>
          <a:prstGeom prst="roundRect">
            <a:avLst>
              <a:gd name="adj" fmla="val 8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" name="NR"/>
          <p:cNvSpPr/>
          <p:nvPr/>
        </p:nvSpPr>
        <p:spPr>
          <a:xfrm>
            <a:off x="822960" y="5029200"/>
            <a:ext cx="182880" cy="45720"/>
          </a:xfrm>
          <a:prstGeom prst="rect">
            <a:avLst/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NT"/>
          <p:cNvSpPr txBox="1"/>
          <p:nvPr/>
        </p:nvSpPr>
        <p:spPr>
          <a:xfrm>
            <a:off x="822960" y="5166360"/>
            <a:ext cx="2926080" cy="280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300" b="1" spc="0">
                <a:solidFill>
                  <a:srgbClr val="2A2320"/>
                </a:solidFill>
              </a:rPr>
              <a:t>Seat selection</a:t>
            </a:r>
          </a:p>
        </p:txBody>
      </p:sp>
      <p:sp>
        <p:nvSpPr>
          <p:cNvPr id="73" name="ND"/>
          <p:cNvSpPr txBox="1"/>
          <p:nvPr/>
        </p:nvSpPr>
        <p:spPr>
          <a:xfrm>
            <a:off x="822960" y="5440680"/>
            <a:ext cx="2926080" cy="240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0" spc="0">
                <a:solidFill>
                  <a:srgbClr val="6E6259"/>
                </a:solidFill>
              </a:rPr>
              <a:t>A real seat map with short-lived holds</a:t>
            </a:r>
          </a:p>
        </p:txBody>
      </p:sp>
      <p:sp>
        <p:nvSpPr>
          <p:cNvPr id="74" name="N"/>
          <p:cNvSpPr/>
          <p:nvPr/>
        </p:nvSpPr>
        <p:spPr>
          <a:xfrm>
            <a:off x="4297680" y="4754880"/>
            <a:ext cx="3474720" cy="1005840"/>
          </a:xfrm>
          <a:prstGeom prst="roundRect">
            <a:avLst>
              <a:gd name="adj" fmla="val 8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5" name="NR"/>
          <p:cNvSpPr/>
          <p:nvPr/>
        </p:nvSpPr>
        <p:spPr>
          <a:xfrm>
            <a:off x="4572000" y="5029200"/>
            <a:ext cx="182880" cy="45720"/>
          </a:xfrm>
          <a:prstGeom prst="rect">
            <a:avLst/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NT"/>
          <p:cNvSpPr txBox="1"/>
          <p:nvPr/>
        </p:nvSpPr>
        <p:spPr>
          <a:xfrm>
            <a:off x="4572000" y="5166360"/>
            <a:ext cx="2926080" cy="280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300" b="1" spc="0">
                <a:solidFill>
                  <a:srgbClr val="2A2320"/>
                </a:solidFill>
              </a:rPr>
              <a:t>Load testing</a:t>
            </a:r>
          </a:p>
        </p:txBody>
      </p:sp>
      <p:sp>
        <p:nvSpPr>
          <p:cNvPr id="77" name="ND"/>
          <p:cNvSpPr txBox="1"/>
          <p:nvPr/>
        </p:nvSpPr>
        <p:spPr>
          <a:xfrm>
            <a:off x="4572000" y="5440680"/>
            <a:ext cx="2926080" cy="240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0" spc="0">
                <a:solidFill>
                  <a:srgbClr val="6E6259"/>
                </a:solidFill>
              </a:rPr>
              <a:t>Measure behaviour under concurrent buyers</a:t>
            </a:r>
          </a:p>
        </p:txBody>
      </p:sp>
      <p:sp>
        <p:nvSpPr>
          <p:cNvPr id="78" name="N"/>
          <p:cNvSpPr/>
          <p:nvPr/>
        </p:nvSpPr>
        <p:spPr>
          <a:xfrm>
            <a:off x="8046720" y="4754880"/>
            <a:ext cx="3474720" cy="1005840"/>
          </a:xfrm>
          <a:prstGeom prst="roundRect">
            <a:avLst>
              <a:gd name="adj" fmla="val 8000"/>
            </a:avLst>
          </a:prstGeom>
          <a:solidFill>
            <a:srgbClr val="F0EAE1"/>
          </a:solidFill>
          <a:ln w="12700">
            <a:solidFill>
              <a:srgbClr val="DFD4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9" name="NR"/>
          <p:cNvSpPr/>
          <p:nvPr/>
        </p:nvSpPr>
        <p:spPr>
          <a:xfrm>
            <a:off x="8321040" y="5029200"/>
            <a:ext cx="182880" cy="45720"/>
          </a:xfrm>
          <a:prstGeom prst="rect">
            <a:avLst/>
          </a:prstGeom>
          <a:solidFill>
            <a:srgbClr val="A89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" name="NT"/>
          <p:cNvSpPr txBox="1"/>
          <p:nvPr/>
        </p:nvSpPr>
        <p:spPr>
          <a:xfrm>
            <a:off x="8321040" y="5166360"/>
            <a:ext cx="2926080" cy="280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300" b="1" spc="0">
                <a:solidFill>
                  <a:srgbClr val="2A2320"/>
                </a:solidFill>
              </a:rPr>
              <a:t>Event-driven updates</a:t>
            </a:r>
          </a:p>
        </p:txBody>
      </p:sp>
      <p:sp>
        <p:nvSpPr>
          <p:cNvPr id="81" name="ND"/>
          <p:cNvSpPr txBox="1"/>
          <p:nvPr/>
        </p:nvSpPr>
        <p:spPr>
          <a:xfrm>
            <a:off x="8321040" y="5440680"/>
            <a:ext cx="2926080" cy="240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0" spc="0">
                <a:solidFill>
                  <a:srgbClr val="6E6259"/>
                </a:solidFill>
              </a:rPr>
              <a:t>Refresh cached entries on every edit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363200" y="6172200"/>
            <a:ext cx="128016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buNone/>
            </a:pPr>
            <a:fld id="{BA8A16C4-29F3-4529-8B5D-ED6B807CB05C}" type="slidenum">
              <a:rPr lang="en-US" sz="1100" smtClean="0">
                <a:solidFill>
                  <a:srgbClr val="9B8F83"/>
                </a:solidFill>
              </a:rPr>
              <a:t>13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157161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ackground"/>
          <p:cNvSpPr/>
          <p:nvPr/>
        </p:nvSpPr>
        <p:spPr>
          <a:xfrm>
            <a:off x="16747" y="-70338"/>
            <a:ext cx="12192000" cy="6858000"/>
          </a:xfrm>
          <a:prstGeom prst="rect">
            <a:avLst/>
          </a:prstGeom>
          <a:solidFill>
            <a:srgbClr val="3C2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Side band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B23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Title"/>
          <p:cNvSpPr txBox="1">
            <a:spLocks/>
          </p:cNvSpPr>
          <p:nvPr/>
        </p:nvSpPr>
        <p:spPr>
          <a:xfrm>
            <a:off x="1600200" y="2651760"/>
            <a:ext cx="8991600" cy="1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5400" b="1" spc="0">
                <a:solidFill>
                  <a:srgbClr val="FFFFFF"/>
                </a:solidFill>
              </a:rPr>
              <a:t>Questions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363200" y="6172200"/>
            <a:ext cx="128016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buNone/>
            </a:pPr>
            <a:fld id="{30CF703A-26F3-439C-B381-0CB10846A2B0}" type="slidenum">
              <a:rPr lang="en-US" sz="1100" smtClean="0">
                <a:solidFill>
                  <a:srgbClr val="9B8F83"/>
                </a:solidFill>
              </a:rPr>
              <a:t>14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63734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7B2338"/>
      </a:accent1>
      <a:accent2>
        <a:srgbClr val="A8937F"/>
      </a:accent2>
      <a:accent3>
        <a:srgbClr val="3C2A2E"/>
      </a:accent3>
      <a:accent4>
        <a:srgbClr val="2A2320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1286</Words>
  <Application>Microsoft Office PowerPoint</Application>
  <PresentationFormat>Widescreen</PresentationFormat>
  <Paragraphs>287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Sonova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Tapia, Annabel</dc:creator>
  <cp:lastModifiedBy>Tapia, Annabel</cp:lastModifiedBy>
  <cp:revision>1</cp:revision>
  <dcterms:created xsi:type="dcterms:W3CDTF">2026-09-21T22:38:40Z</dcterms:created>
  <dcterms:modified xsi:type="dcterms:W3CDTF">2026-09-22T00:31:30Z</dcterms:modified>
</cp:coreProperties>
</file>